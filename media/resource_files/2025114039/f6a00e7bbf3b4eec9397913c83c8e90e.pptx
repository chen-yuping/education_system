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403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16660"/>
    <a:srgbClr val="F0D2AF"/>
    <a:srgbClr val="FF99FF"/>
    <a:srgbClr val="B7C8A5"/>
    <a:srgbClr val="D76739"/>
    <a:srgbClr val="13396C"/>
    <a:srgbClr val="E8BD88"/>
    <a:srgbClr val="34524D"/>
    <a:srgbClr val="0B203D"/>
    <a:srgbClr val="9AB2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814" autoAdjust="0"/>
    <p:restoredTop sz="94660"/>
  </p:normalViewPr>
  <p:slideViewPr>
    <p:cSldViewPr snapToGrid="0">
      <p:cViewPr varScale="1">
        <p:scale>
          <a:sx n="96" d="100"/>
          <a:sy n="96" d="100"/>
        </p:scale>
        <p:origin x="568" y="5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75" d="100"/>
        <a:sy n="75" d="100"/>
      </p:scale>
      <p:origin x="0" y="-451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61ED84F-DB9B-4B01-B9CB-DDD04428EACD}" type="datetimeFigureOut">
              <a:rPr lang="zh-CN" altLang="en-US" smtClean="0"/>
              <a:pPr/>
              <a:t>2026/5/14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ECB93BF-AD11-4712-9135-044AB1CECE73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389583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66FB0D-3649-4659-A4EA-16B622D04D18}" type="datetimeFigureOut">
              <a:rPr lang="zh-CN" altLang="en-US" smtClean="0"/>
              <a:pPr/>
              <a:t>2026/5/14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C0CA1-3571-4BD4-9253-723F5D1C3D94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278451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标题和内容">
    <p:bg>
      <p:bgPr>
        <a:gradFill flip="none" rotWithShape="1">
          <a:gsLst>
            <a:gs pos="0">
              <a:schemeClr val="bg1"/>
            </a:gs>
            <a:gs pos="100000">
              <a:schemeClr val="bg1"/>
            </a:gs>
          </a:gsLst>
          <a:lin ang="135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66FB0D-3649-4659-A4EA-16B622D04D18}" type="datetimeFigureOut">
              <a:rPr lang="zh-CN" altLang="en-US" smtClean="0"/>
              <a:pPr/>
              <a:t>2026/5/14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C0CA1-3571-4BD4-9253-723F5D1C3D94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7" name="矩形 6"/>
          <p:cNvSpPr/>
          <p:nvPr userDrawn="1"/>
        </p:nvSpPr>
        <p:spPr>
          <a:xfrm>
            <a:off x="0" y="261620"/>
            <a:ext cx="416560" cy="571500"/>
          </a:xfrm>
          <a:prstGeom prst="rect">
            <a:avLst/>
          </a:prstGeom>
          <a:solidFill>
            <a:srgbClr val="D7673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8" name="直接连接符 7"/>
          <p:cNvCxnSpPr/>
          <p:nvPr userDrawn="1"/>
        </p:nvCxnSpPr>
        <p:spPr>
          <a:xfrm>
            <a:off x="0" y="894080"/>
            <a:ext cx="11826240" cy="0"/>
          </a:xfrm>
          <a:prstGeom prst="line">
            <a:avLst/>
          </a:prstGeom>
          <a:ln w="12700">
            <a:solidFill>
              <a:srgbClr val="D7673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88591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66FB0D-3649-4659-A4EA-16B622D04D18}" type="datetimeFigureOut">
              <a:rPr lang="zh-CN" altLang="en-US" smtClean="0"/>
              <a:pPr/>
              <a:t>2026/5/14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C0CA1-3571-4BD4-9253-723F5D1C3D94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202592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66FB0D-3649-4659-A4EA-16B622D04D18}" type="datetimeFigureOut">
              <a:rPr lang="zh-CN" altLang="en-US" smtClean="0"/>
              <a:pPr/>
              <a:t>2026/5/14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C0CA1-3571-4BD4-9253-723F5D1C3D94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333462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66FB0D-3649-4659-A4EA-16B622D04D18}" type="datetimeFigureOut">
              <a:rPr lang="zh-CN" altLang="en-US" smtClean="0"/>
              <a:pPr/>
              <a:t>2026/5/14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C0CA1-3571-4BD4-9253-723F5D1C3D94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474766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66FB0D-3649-4659-A4EA-16B622D04D18}" type="datetimeFigureOut">
              <a:rPr lang="zh-CN" altLang="en-US" smtClean="0"/>
              <a:pPr/>
              <a:t>2026/5/14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C0CA1-3571-4BD4-9253-723F5D1C3D94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276002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66FB0D-3649-4659-A4EA-16B622D04D18}" type="datetimeFigureOut">
              <a:rPr lang="zh-CN" altLang="en-US" smtClean="0"/>
              <a:pPr/>
              <a:t>2026/5/14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C0CA1-3571-4BD4-9253-723F5D1C3D94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697107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66FB0D-3649-4659-A4EA-16B622D04D18}" type="datetimeFigureOut">
              <a:rPr lang="zh-CN" altLang="en-US" smtClean="0"/>
              <a:pPr/>
              <a:t>2026/5/14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C0CA1-3571-4BD4-9253-723F5D1C3D94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650337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66FB0D-3649-4659-A4EA-16B622D04D18}" type="datetimeFigureOut">
              <a:rPr lang="zh-CN" altLang="en-US" smtClean="0"/>
              <a:pPr/>
              <a:t>2026/5/14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C0CA1-3571-4BD4-9253-723F5D1C3D94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206708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66FB0D-3649-4659-A4EA-16B622D04D18}" type="datetimeFigureOut">
              <a:rPr lang="zh-CN" altLang="en-US" smtClean="0"/>
              <a:pPr/>
              <a:t>2026/5/14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C0CA1-3571-4BD4-9253-723F5D1C3D94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88377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66FB0D-3649-4659-A4EA-16B622D04D18}" type="datetimeFigureOut">
              <a:rPr lang="zh-CN" altLang="en-US" smtClean="0"/>
              <a:pPr/>
              <a:t>2026/5/14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C0CA1-3571-4BD4-9253-723F5D1C3D94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9790424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209823"/>
            <a:ext cx="10781714" cy="5247248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7" name="Content Placeholder 2"/>
          <p:cNvSpPr>
            <a:spLocks noGrp="1"/>
          </p:cNvSpPr>
          <p:nvPr>
            <p:ph idx="13" hasCustomPrompt="1"/>
          </p:nvPr>
        </p:nvSpPr>
        <p:spPr>
          <a:xfrm>
            <a:off x="841375" y="739180"/>
            <a:ext cx="10747058" cy="46445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20000"/>
              </a:lnSpc>
              <a:buSzPct val="80000"/>
              <a:buFont typeface="Wingdings" pitchFamily="2" charset="2"/>
              <a:buNone/>
              <a:defRPr b="0">
                <a:solidFill>
                  <a:srgbClr val="07836E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8603586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E6E6E5"/>
            </a:gs>
            <a:gs pos="100000">
              <a:schemeClr val="bg1"/>
            </a:gs>
          </a:gsLst>
          <a:lin ang="135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589280" y="344805"/>
            <a:ext cx="4663440" cy="5492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066800"/>
            <a:ext cx="10942320" cy="51101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66FB0D-3649-4659-A4EA-16B622D04D18}" type="datetimeFigureOut">
              <a:rPr lang="zh-CN" altLang="en-US" smtClean="0"/>
              <a:pPr/>
              <a:t>2026/5/14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5BC0CA1-3571-4BD4-9253-723F5D1C3D94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0" y="261620"/>
            <a:ext cx="416560" cy="571500"/>
          </a:xfrm>
          <a:prstGeom prst="rect">
            <a:avLst/>
          </a:prstGeom>
          <a:solidFill>
            <a:srgbClr val="D7673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9" name="直接连接符 8"/>
          <p:cNvCxnSpPr/>
          <p:nvPr/>
        </p:nvCxnSpPr>
        <p:spPr>
          <a:xfrm>
            <a:off x="0" y="894080"/>
            <a:ext cx="11826240" cy="0"/>
          </a:xfrm>
          <a:prstGeom prst="line">
            <a:avLst/>
          </a:prstGeom>
          <a:ln w="12700">
            <a:solidFill>
              <a:srgbClr val="D7673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213412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2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</p:titleStyle>
    <p:bodyStyle>
      <a:lvl1pPr marL="0" indent="457200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None/>
        <a:defRPr sz="2000" kern="1200">
          <a:solidFill>
            <a:schemeClr val="tx1"/>
          </a:solidFill>
          <a:latin typeface="+mn-ea"/>
          <a:ea typeface="+mn-ea"/>
          <a:cs typeface="+mn-cs"/>
        </a:defRPr>
      </a:lvl1pPr>
      <a:lvl2pPr marL="4572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34433" y="1008744"/>
            <a:ext cx="11632557" cy="5110163"/>
          </a:xfrm>
          <a:solidFill>
            <a:schemeClr val="accent6">
              <a:lumMod val="20000"/>
              <a:lumOff val="80000"/>
            </a:schemeClr>
          </a:solidFill>
        </p:spPr>
        <p:txBody>
          <a:bodyPr>
            <a:noAutofit/>
          </a:bodyPr>
          <a:lstStyle/>
          <a:p>
            <a:r>
              <a:rPr lang="en-US" altLang="zh-CN" dirty="0"/>
              <a:t>1</a:t>
            </a:r>
            <a:r>
              <a:rPr lang="zh-CN" altLang="en-US" dirty="0"/>
              <a:t>．网络安全的概念</a:t>
            </a:r>
            <a:endParaRPr lang="en-US" altLang="zh-CN" dirty="0"/>
          </a:p>
          <a:p>
            <a:r>
              <a:rPr lang="zh-CN" altLang="en-US" dirty="0"/>
              <a:t>网络安全是指网络系统的硬件、软件及其系统中的数据受到保护，不受偶然的因素或恶意的攻击而遭到破坏、更改、泄露，系统能连续可靠正常运行，网络服务不中断。 </a:t>
            </a:r>
            <a:endParaRPr lang="en-US" altLang="zh-CN" dirty="0"/>
          </a:p>
          <a:p>
            <a:r>
              <a:rPr lang="zh-CN" altLang="en-US" dirty="0"/>
              <a:t>网络安全具备以下４个特征。</a:t>
            </a:r>
            <a:endParaRPr lang="en-US" altLang="zh-CN" dirty="0"/>
          </a:p>
          <a:p>
            <a:r>
              <a:rPr lang="zh-CN" altLang="en-US" dirty="0"/>
              <a:t>（</a:t>
            </a:r>
            <a:r>
              <a:rPr lang="en-US" altLang="zh-CN" dirty="0"/>
              <a:t>1</a:t>
            </a:r>
            <a:r>
              <a:rPr lang="zh-CN" altLang="en-US" dirty="0"/>
              <a:t>）保密性。保密性是指信息不泄露给非授权用户、实体或过程，或供其利用的特性。即敏感数据在传播或存储介质中不会被有意或无意泄露。</a:t>
            </a:r>
            <a:endParaRPr lang="en-US" altLang="zh-CN" dirty="0"/>
          </a:p>
          <a:p>
            <a:r>
              <a:rPr lang="zh-CN" altLang="en-US" dirty="0"/>
              <a:t>（</a:t>
            </a:r>
            <a:r>
              <a:rPr lang="en-US" altLang="zh-CN" dirty="0"/>
              <a:t>2</a:t>
            </a:r>
            <a:r>
              <a:rPr lang="zh-CN" altLang="en-US" dirty="0"/>
              <a:t>）完整性。完整性是指数据未经授权不能进行改变的特性。即信息在存储或传输过程中，保持不被修改，不被破坏和丢失的特性。 </a:t>
            </a:r>
            <a:endParaRPr lang="en-US" altLang="zh-CN" dirty="0"/>
          </a:p>
          <a:p>
            <a:r>
              <a:rPr lang="zh-CN" altLang="en-US" dirty="0"/>
              <a:t>（</a:t>
            </a:r>
            <a:r>
              <a:rPr lang="en-US" altLang="zh-CN" dirty="0"/>
              <a:t>3</a:t>
            </a:r>
            <a:r>
              <a:rPr lang="zh-CN" altLang="en-US" dirty="0"/>
              <a:t>）可用性。可用性是指信息可被授权实体访问并按需求使用的特性。即当需要时能允许存取所需的信息。例如，网络环境下拒绝服务、破坏网络和有关系统的正常运行等都属于对可用性的攻击。</a:t>
            </a:r>
            <a:endParaRPr lang="en-US" altLang="zh-CN" dirty="0"/>
          </a:p>
          <a:p>
            <a:r>
              <a:rPr lang="zh-CN" altLang="en-US" dirty="0"/>
              <a:t>（</a:t>
            </a:r>
            <a:r>
              <a:rPr lang="en-US" altLang="zh-CN" dirty="0"/>
              <a:t>4</a:t>
            </a:r>
            <a:r>
              <a:rPr lang="zh-CN" altLang="en-US" dirty="0"/>
              <a:t>）可控性。可控性是指对信息的传播及内容具有控制能力的特性。 </a:t>
            </a:r>
            <a:br>
              <a:rPr lang="zh-CN" altLang="en-US" dirty="0"/>
            </a:br>
            <a:r>
              <a:rPr lang="zh-CN" altLang="en-US" dirty="0"/>
              <a:t> </a:t>
            </a:r>
            <a:br>
              <a:rPr lang="zh-CN" altLang="en-US" dirty="0"/>
            </a:br>
            <a:r>
              <a:rPr lang="zh-CN" altLang="en-US" dirty="0"/>
              <a:t> </a:t>
            </a:r>
            <a:br>
              <a:rPr lang="zh-CN" altLang="en-US" dirty="0"/>
            </a:br>
            <a:r>
              <a:rPr lang="zh-CN" altLang="en-US" dirty="0"/>
              <a:t> </a:t>
            </a:r>
            <a:br>
              <a:rPr lang="zh-CN" altLang="en-US" dirty="0"/>
            </a:br>
            <a:br>
              <a:rPr lang="zh-CN" altLang="en-US" dirty="0"/>
            </a:br>
            <a:endParaRPr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0" y="5440109"/>
            <a:ext cx="12192000" cy="1423687"/>
          </a:xfrm>
          <a:prstGeom prst="rect">
            <a:avLst/>
          </a:prstGeom>
          <a:solidFill>
            <a:srgbClr val="F0D2A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5" name="그룹 92"/>
          <p:cNvGrpSpPr/>
          <p:nvPr/>
        </p:nvGrpSpPr>
        <p:grpSpPr>
          <a:xfrm>
            <a:off x="10485172" y="5225485"/>
            <a:ext cx="1359074" cy="1378581"/>
            <a:chOff x="7668344" y="5495925"/>
            <a:chExt cx="1261419" cy="1279525"/>
          </a:xfrm>
        </p:grpSpPr>
        <p:sp>
          <p:nvSpPr>
            <p:cNvPr id="6" name="Freeform 13"/>
            <p:cNvSpPr>
              <a:spLocks/>
            </p:cNvSpPr>
            <p:nvPr/>
          </p:nvSpPr>
          <p:spPr bwMode="auto">
            <a:xfrm>
              <a:off x="8315651" y="5495925"/>
              <a:ext cx="614112" cy="614112"/>
            </a:xfrm>
            <a:custGeom>
              <a:avLst/>
              <a:gdLst>
                <a:gd name="T0" fmla="*/ 0 w 407"/>
                <a:gd name="T1" fmla="*/ 0 h 407"/>
                <a:gd name="T2" fmla="*/ 0 w 407"/>
                <a:gd name="T3" fmla="*/ 407 h 407"/>
                <a:gd name="T4" fmla="*/ 407 w 407"/>
                <a:gd name="T5" fmla="*/ 407 h 407"/>
                <a:gd name="T6" fmla="*/ 0 w 407"/>
                <a:gd name="T7" fmla="*/ 0 h 4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7" h="407">
                  <a:moveTo>
                    <a:pt x="0" y="0"/>
                  </a:moveTo>
                  <a:lnTo>
                    <a:pt x="0" y="407"/>
                  </a:lnTo>
                  <a:lnTo>
                    <a:pt x="407" y="40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alpha val="2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7" name="Freeform 14"/>
            <p:cNvSpPr>
              <a:spLocks/>
            </p:cNvSpPr>
            <p:nvPr/>
          </p:nvSpPr>
          <p:spPr bwMode="auto">
            <a:xfrm>
              <a:off x="8315651" y="5495925"/>
              <a:ext cx="614112" cy="614112"/>
            </a:xfrm>
            <a:custGeom>
              <a:avLst/>
              <a:gdLst>
                <a:gd name="T0" fmla="*/ 0 w 407"/>
                <a:gd name="T1" fmla="*/ 0 h 407"/>
                <a:gd name="T2" fmla="*/ 0 w 407"/>
                <a:gd name="T3" fmla="*/ 407 h 407"/>
                <a:gd name="T4" fmla="*/ 407 w 407"/>
                <a:gd name="T5" fmla="*/ 407 h 407"/>
                <a:gd name="T6" fmla="*/ 0 w 407"/>
                <a:gd name="T7" fmla="*/ 0 h 4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7" h="407">
                  <a:moveTo>
                    <a:pt x="0" y="0"/>
                  </a:moveTo>
                  <a:lnTo>
                    <a:pt x="0" y="407"/>
                  </a:lnTo>
                  <a:lnTo>
                    <a:pt x="407" y="407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8" name="Freeform 15"/>
            <p:cNvSpPr>
              <a:spLocks/>
            </p:cNvSpPr>
            <p:nvPr/>
          </p:nvSpPr>
          <p:spPr bwMode="auto">
            <a:xfrm>
              <a:off x="7668344" y="5495925"/>
              <a:ext cx="612603" cy="614112"/>
            </a:xfrm>
            <a:custGeom>
              <a:avLst/>
              <a:gdLst>
                <a:gd name="T0" fmla="*/ 406 w 406"/>
                <a:gd name="T1" fmla="*/ 0 h 407"/>
                <a:gd name="T2" fmla="*/ 0 w 406"/>
                <a:gd name="T3" fmla="*/ 0 h 407"/>
                <a:gd name="T4" fmla="*/ 406 w 406"/>
                <a:gd name="T5" fmla="*/ 407 h 407"/>
                <a:gd name="T6" fmla="*/ 406 w 406"/>
                <a:gd name="T7" fmla="*/ 0 h 4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6" h="407">
                  <a:moveTo>
                    <a:pt x="406" y="0"/>
                  </a:moveTo>
                  <a:lnTo>
                    <a:pt x="0" y="0"/>
                  </a:lnTo>
                  <a:lnTo>
                    <a:pt x="406" y="407"/>
                  </a:lnTo>
                  <a:lnTo>
                    <a:pt x="406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9" name="Freeform 16"/>
            <p:cNvSpPr>
              <a:spLocks/>
            </p:cNvSpPr>
            <p:nvPr/>
          </p:nvSpPr>
          <p:spPr bwMode="auto">
            <a:xfrm>
              <a:off x="7668344" y="5495925"/>
              <a:ext cx="612603" cy="614112"/>
            </a:xfrm>
            <a:custGeom>
              <a:avLst/>
              <a:gdLst>
                <a:gd name="T0" fmla="*/ 406 w 406"/>
                <a:gd name="T1" fmla="*/ 0 h 407"/>
                <a:gd name="T2" fmla="*/ 0 w 406"/>
                <a:gd name="T3" fmla="*/ 0 h 407"/>
                <a:gd name="T4" fmla="*/ 406 w 406"/>
                <a:gd name="T5" fmla="*/ 407 h 407"/>
                <a:gd name="T6" fmla="*/ 406 w 406"/>
                <a:gd name="T7" fmla="*/ 0 h 4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6" h="407">
                  <a:moveTo>
                    <a:pt x="406" y="0"/>
                  </a:moveTo>
                  <a:lnTo>
                    <a:pt x="0" y="0"/>
                  </a:lnTo>
                  <a:lnTo>
                    <a:pt x="406" y="407"/>
                  </a:lnTo>
                  <a:lnTo>
                    <a:pt x="406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0" name="Freeform 17"/>
            <p:cNvSpPr>
              <a:spLocks/>
            </p:cNvSpPr>
            <p:nvPr/>
          </p:nvSpPr>
          <p:spPr bwMode="auto">
            <a:xfrm>
              <a:off x="8315651" y="5495925"/>
              <a:ext cx="614112" cy="614112"/>
            </a:xfrm>
            <a:custGeom>
              <a:avLst/>
              <a:gdLst>
                <a:gd name="T0" fmla="*/ 407 w 407"/>
                <a:gd name="T1" fmla="*/ 0 h 407"/>
                <a:gd name="T2" fmla="*/ 0 w 407"/>
                <a:gd name="T3" fmla="*/ 0 h 407"/>
                <a:gd name="T4" fmla="*/ 0 w 407"/>
                <a:gd name="T5" fmla="*/ 407 h 407"/>
                <a:gd name="T6" fmla="*/ 407 w 407"/>
                <a:gd name="T7" fmla="*/ 0 h 4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7" h="407">
                  <a:moveTo>
                    <a:pt x="407" y="0"/>
                  </a:moveTo>
                  <a:lnTo>
                    <a:pt x="0" y="0"/>
                  </a:lnTo>
                  <a:lnTo>
                    <a:pt x="0" y="407"/>
                  </a:lnTo>
                  <a:lnTo>
                    <a:pt x="407" y="0"/>
                  </a:lnTo>
                  <a:close/>
                </a:path>
              </a:pathLst>
            </a:custGeom>
            <a:solidFill>
              <a:srgbClr val="92D05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1" name="Freeform 18"/>
            <p:cNvSpPr>
              <a:spLocks/>
            </p:cNvSpPr>
            <p:nvPr/>
          </p:nvSpPr>
          <p:spPr bwMode="auto">
            <a:xfrm>
              <a:off x="8315651" y="6161338"/>
              <a:ext cx="614112" cy="614112"/>
            </a:xfrm>
            <a:custGeom>
              <a:avLst/>
              <a:gdLst>
                <a:gd name="T0" fmla="*/ 407 w 407"/>
                <a:gd name="T1" fmla="*/ 0 h 407"/>
                <a:gd name="T2" fmla="*/ 0 w 407"/>
                <a:gd name="T3" fmla="*/ 0 h 407"/>
                <a:gd name="T4" fmla="*/ 0 w 407"/>
                <a:gd name="T5" fmla="*/ 407 h 407"/>
                <a:gd name="T6" fmla="*/ 0 w 407"/>
                <a:gd name="T7" fmla="*/ 0 h 407"/>
                <a:gd name="T8" fmla="*/ 203 w 407"/>
                <a:gd name="T9" fmla="*/ 204 h 407"/>
                <a:gd name="T10" fmla="*/ 407 w 407"/>
                <a:gd name="T11" fmla="*/ 0 h 4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07" h="407">
                  <a:moveTo>
                    <a:pt x="407" y="0"/>
                  </a:moveTo>
                  <a:lnTo>
                    <a:pt x="0" y="0"/>
                  </a:lnTo>
                  <a:lnTo>
                    <a:pt x="0" y="407"/>
                  </a:lnTo>
                  <a:lnTo>
                    <a:pt x="0" y="0"/>
                  </a:lnTo>
                  <a:lnTo>
                    <a:pt x="203" y="204"/>
                  </a:lnTo>
                  <a:lnTo>
                    <a:pt x="407" y="0"/>
                  </a:lnTo>
                  <a:close/>
                </a:path>
              </a:pathLst>
            </a:custGeom>
            <a:solidFill>
              <a:schemeClr val="accent5">
                <a:alpha val="2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2" name="Freeform 19"/>
            <p:cNvSpPr>
              <a:spLocks/>
            </p:cNvSpPr>
            <p:nvPr/>
          </p:nvSpPr>
          <p:spPr bwMode="auto">
            <a:xfrm>
              <a:off x="8315651" y="6161338"/>
              <a:ext cx="614112" cy="614112"/>
            </a:xfrm>
            <a:custGeom>
              <a:avLst/>
              <a:gdLst>
                <a:gd name="T0" fmla="*/ 407 w 407"/>
                <a:gd name="T1" fmla="*/ 0 h 407"/>
                <a:gd name="T2" fmla="*/ 0 w 407"/>
                <a:gd name="T3" fmla="*/ 0 h 407"/>
                <a:gd name="T4" fmla="*/ 0 w 407"/>
                <a:gd name="T5" fmla="*/ 407 h 407"/>
                <a:gd name="T6" fmla="*/ 0 w 407"/>
                <a:gd name="T7" fmla="*/ 0 h 407"/>
                <a:gd name="T8" fmla="*/ 203 w 407"/>
                <a:gd name="T9" fmla="*/ 204 h 407"/>
                <a:gd name="T10" fmla="*/ 407 w 407"/>
                <a:gd name="T11" fmla="*/ 0 h 4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07" h="407">
                  <a:moveTo>
                    <a:pt x="407" y="0"/>
                  </a:moveTo>
                  <a:lnTo>
                    <a:pt x="0" y="0"/>
                  </a:lnTo>
                  <a:lnTo>
                    <a:pt x="0" y="407"/>
                  </a:lnTo>
                  <a:lnTo>
                    <a:pt x="0" y="0"/>
                  </a:lnTo>
                  <a:lnTo>
                    <a:pt x="203" y="204"/>
                  </a:lnTo>
                  <a:lnTo>
                    <a:pt x="407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3" name="Freeform 20"/>
            <p:cNvSpPr>
              <a:spLocks/>
            </p:cNvSpPr>
            <p:nvPr/>
          </p:nvSpPr>
          <p:spPr bwMode="auto">
            <a:xfrm>
              <a:off x="7668344" y="5495925"/>
              <a:ext cx="612603" cy="614112"/>
            </a:xfrm>
            <a:custGeom>
              <a:avLst/>
              <a:gdLst>
                <a:gd name="T0" fmla="*/ 0 w 406"/>
                <a:gd name="T1" fmla="*/ 407 h 407"/>
                <a:gd name="T2" fmla="*/ 406 w 406"/>
                <a:gd name="T3" fmla="*/ 407 h 407"/>
                <a:gd name="T4" fmla="*/ 406 w 406"/>
                <a:gd name="T5" fmla="*/ 0 h 407"/>
                <a:gd name="T6" fmla="*/ 0 w 406"/>
                <a:gd name="T7" fmla="*/ 407 h 4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6" h="407">
                  <a:moveTo>
                    <a:pt x="0" y="407"/>
                  </a:moveTo>
                  <a:lnTo>
                    <a:pt x="406" y="407"/>
                  </a:lnTo>
                  <a:lnTo>
                    <a:pt x="406" y="0"/>
                  </a:lnTo>
                  <a:lnTo>
                    <a:pt x="0" y="40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4" name="Freeform 23"/>
            <p:cNvSpPr>
              <a:spLocks/>
            </p:cNvSpPr>
            <p:nvPr/>
          </p:nvSpPr>
          <p:spPr bwMode="auto">
            <a:xfrm>
              <a:off x="8280947" y="6161338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5" name="Freeform 24"/>
            <p:cNvSpPr>
              <a:spLocks/>
            </p:cNvSpPr>
            <p:nvPr/>
          </p:nvSpPr>
          <p:spPr bwMode="auto">
            <a:xfrm>
              <a:off x="7668344" y="6161338"/>
              <a:ext cx="612603" cy="614112"/>
            </a:xfrm>
            <a:custGeom>
              <a:avLst/>
              <a:gdLst>
                <a:gd name="T0" fmla="*/ 406 w 406"/>
                <a:gd name="T1" fmla="*/ 407 h 407"/>
                <a:gd name="T2" fmla="*/ 406 w 406"/>
                <a:gd name="T3" fmla="*/ 0 h 407"/>
                <a:gd name="T4" fmla="*/ 0 w 406"/>
                <a:gd name="T5" fmla="*/ 0 h 407"/>
                <a:gd name="T6" fmla="*/ 406 w 406"/>
                <a:gd name="T7" fmla="*/ 407 h 4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6" h="407">
                  <a:moveTo>
                    <a:pt x="406" y="407"/>
                  </a:moveTo>
                  <a:lnTo>
                    <a:pt x="406" y="0"/>
                  </a:lnTo>
                  <a:lnTo>
                    <a:pt x="0" y="0"/>
                  </a:lnTo>
                  <a:lnTo>
                    <a:pt x="406" y="407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6" name="Freeform 25"/>
            <p:cNvSpPr>
              <a:spLocks/>
            </p:cNvSpPr>
            <p:nvPr/>
          </p:nvSpPr>
          <p:spPr bwMode="auto">
            <a:xfrm>
              <a:off x="7668344" y="6161338"/>
              <a:ext cx="612603" cy="614112"/>
            </a:xfrm>
            <a:custGeom>
              <a:avLst/>
              <a:gdLst>
                <a:gd name="T0" fmla="*/ 406 w 406"/>
                <a:gd name="T1" fmla="*/ 407 h 407"/>
                <a:gd name="T2" fmla="*/ 406 w 406"/>
                <a:gd name="T3" fmla="*/ 0 h 407"/>
                <a:gd name="T4" fmla="*/ 0 w 406"/>
                <a:gd name="T5" fmla="*/ 0 h 407"/>
                <a:gd name="T6" fmla="*/ 406 w 406"/>
                <a:gd name="T7" fmla="*/ 407 h 4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6" h="407">
                  <a:moveTo>
                    <a:pt x="406" y="407"/>
                  </a:moveTo>
                  <a:lnTo>
                    <a:pt x="406" y="0"/>
                  </a:lnTo>
                  <a:lnTo>
                    <a:pt x="0" y="0"/>
                  </a:lnTo>
                  <a:lnTo>
                    <a:pt x="406" y="407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7" name="Freeform 26"/>
            <p:cNvSpPr>
              <a:spLocks/>
            </p:cNvSpPr>
            <p:nvPr/>
          </p:nvSpPr>
          <p:spPr bwMode="auto">
            <a:xfrm>
              <a:off x="8315651" y="6161338"/>
              <a:ext cx="614112" cy="614112"/>
            </a:xfrm>
            <a:custGeom>
              <a:avLst/>
              <a:gdLst>
                <a:gd name="T0" fmla="*/ 0 w 407"/>
                <a:gd name="T1" fmla="*/ 0 h 407"/>
                <a:gd name="T2" fmla="*/ 0 w 407"/>
                <a:gd name="T3" fmla="*/ 407 h 407"/>
                <a:gd name="T4" fmla="*/ 407 w 407"/>
                <a:gd name="T5" fmla="*/ 407 h 407"/>
                <a:gd name="T6" fmla="*/ 0 w 407"/>
                <a:gd name="T7" fmla="*/ 0 h 4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7" h="407">
                  <a:moveTo>
                    <a:pt x="0" y="0"/>
                  </a:moveTo>
                  <a:lnTo>
                    <a:pt x="0" y="407"/>
                  </a:lnTo>
                  <a:lnTo>
                    <a:pt x="407" y="40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8" name="Freeform 27"/>
            <p:cNvSpPr>
              <a:spLocks/>
            </p:cNvSpPr>
            <p:nvPr/>
          </p:nvSpPr>
          <p:spPr bwMode="auto">
            <a:xfrm>
              <a:off x="8315651" y="6161338"/>
              <a:ext cx="614112" cy="614112"/>
            </a:xfrm>
            <a:custGeom>
              <a:avLst/>
              <a:gdLst>
                <a:gd name="T0" fmla="*/ 0 w 407"/>
                <a:gd name="T1" fmla="*/ 0 h 407"/>
                <a:gd name="T2" fmla="*/ 0 w 407"/>
                <a:gd name="T3" fmla="*/ 407 h 407"/>
                <a:gd name="T4" fmla="*/ 407 w 407"/>
                <a:gd name="T5" fmla="*/ 407 h 407"/>
                <a:gd name="T6" fmla="*/ 0 w 407"/>
                <a:gd name="T7" fmla="*/ 0 h 4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7" h="407">
                  <a:moveTo>
                    <a:pt x="0" y="0"/>
                  </a:moveTo>
                  <a:lnTo>
                    <a:pt x="0" y="407"/>
                  </a:lnTo>
                  <a:lnTo>
                    <a:pt x="407" y="407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9" name="Freeform 28"/>
            <p:cNvSpPr>
              <a:spLocks/>
            </p:cNvSpPr>
            <p:nvPr/>
          </p:nvSpPr>
          <p:spPr bwMode="auto">
            <a:xfrm>
              <a:off x="8197959" y="6292610"/>
              <a:ext cx="82989" cy="203698"/>
            </a:xfrm>
            <a:custGeom>
              <a:avLst/>
              <a:gdLst>
                <a:gd name="T0" fmla="*/ 55 w 55"/>
                <a:gd name="T1" fmla="*/ 0 h 135"/>
                <a:gd name="T2" fmla="*/ 55 w 55"/>
                <a:gd name="T3" fmla="*/ 0 h 135"/>
                <a:gd name="T4" fmla="*/ 44 w 55"/>
                <a:gd name="T5" fmla="*/ 3 h 135"/>
                <a:gd name="T6" fmla="*/ 33 w 55"/>
                <a:gd name="T7" fmla="*/ 8 h 135"/>
                <a:gd name="T8" fmla="*/ 24 w 55"/>
                <a:gd name="T9" fmla="*/ 16 h 135"/>
                <a:gd name="T10" fmla="*/ 16 w 55"/>
                <a:gd name="T11" fmla="*/ 24 h 135"/>
                <a:gd name="T12" fmla="*/ 9 w 55"/>
                <a:gd name="T13" fmla="*/ 34 h 135"/>
                <a:gd name="T14" fmla="*/ 4 w 55"/>
                <a:gd name="T15" fmla="*/ 44 h 135"/>
                <a:gd name="T16" fmla="*/ 1 w 55"/>
                <a:gd name="T17" fmla="*/ 55 h 135"/>
                <a:gd name="T18" fmla="*/ 0 w 55"/>
                <a:gd name="T19" fmla="*/ 68 h 135"/>
                <a:gd name="T20" fmla="*/ 0 w 55"/>
                <a:gd name="T21" fmla="*/ 68 h 135"/>
                <a:gd name="T22" fmla="*/ 1 w 55"/>
                <a:gd name="T23" fmla="*/ 80 h 135"/>
                <a:gd name="T24" fmla="*/ 4 w 55"/>
                <a:gd name="T25" fmla="*/ 91 h 135"/>
                <a:gd name="T26" fmla="*/ 9 w 55"/>
                <a:gd name="T27" fmla="*/ 101 h 135"/>
                <a:gd name="T28" fmla="*/ 16 w 55"/>
                <a:gd name="T29" fmla="*/ 112 h 135"/>
                <a:gd name="T30" fmla="*/ 24 w 55"/>
                <a:gd name="T31" fmla="*/ 119 h 135"/>
                <a:gd name="T32" fmla="*/ 33 w 55"/>
                <a:gd name="T33" fmla="*/ 127 h 135"/>
                <a:gd name="T34" fmla="*/ 44 w 55"/>
                <a:gd name="T35" fmla="*/ 132 h 135"/>
                <a:gd name="T36" fmla="*/ 55 w 55"/>
                <a:gd name="T37" fmla="*/ 135 h 135"/>
                <a:gd name="T38" fmla="*/ 55 w 55"/>
                <a:gd name="T39" fmla="*/ 0 h 1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55" h="135">
                  <a:moveTo>
                    <a:pt x="55" y="0"/>
                  </a:moveTo>
                  <a:lnTo>
                    <a:pt x="55" y="0"/>
                  </a:lnTo>
                  <a:lnTo>
                    <a:pt x="44" y="3"/>
                  </a:lnTo>
                  <a:lnTo>
                    <a:pt x="33" y="8"/>
                  </a:lnTo>
                  <a:lnTo>
                    <a:pt x="24" y="16"/>
                  </a:lnTo>
                  <a:lnTo>
                    <a:pt x="16" y="24"/>
                  </a:lnTo>
                  <a:lnTo>
                    <a:pt x="9" y="34"/>
                  </a:lnTo>
                  <a:lnTo>
                    <a:pt x="4" y="44"/>
                  </a:lnTo>
                  <a:lnTo>
                    <a:pt x="1" y="55"/>
                  </a:lnTo>
                  <a:lnTo>
                    <a:pt x="0" y="68"/>
                  </a:lnTo>
                  <a:lnTo>
                    <a:pt x="0" y="68"/>
                  </a:lnTo>
                  <a:lnTo>
                    <a:pt x="1" y="80"/>
                  </a:lnTo>
                  <a:lnTo>
                    <a:pt x="4" y="91"/>
                  </a:lnTo>
                  <a:lnTo>
                    <a:pt x="9" y="101"/>
                  </a:lnTo>
                  <a:lnTo>
                    <a:pt x="16" y="112"/>
                  </a:lnTo>
                  <a:lnTo>
                    <a:pt x="24" y="119"/>
                  </a:lnTo>
                  <a:lnTo>
                    <a:pt x="33" y="127"/>
                  </a:lnTo>
                  <a:lnTo>
                    <a:pt x="44" y="132"/>
                  </a:lnTo>
                  <a:lnTo>
                    <a:pt x="55" y="135"/>
                  </a:lnTo>
                  <a:lnTo>
                    <a:pt x="55" y="0"/>
                  </a:lnTo>
                  <a:close/>
                </a:path>
              </a:pathLst>
            </a:custGeom>
            <a:solidFill>
              <a:srgbClr val="EAB24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grpSp>
          <p:nvGrpSpPr>
            <p:cNvPr id="20" name="그룹 107"/>
            <p:cNvGrpSpPr/>
            <p:nvPr/>
          </p:nvGrpSpPr>
          <p:grpSpPr>
            <a:xfrm>
              <a:off x="8083285" y="6292610"/>
              <a:ext cx="197663" cy="482839"/>
              <a:chOff x="8083285" y="6292610"/>
              <a:chExt cx="197663" cy="482839"/>
            </a:xfrm>
            <a:solidFill>
              <a:schemeClr val="accent3">
                <a:lumMod val="60000"/>
                <a:lumOff val="40000"/>
              </a:schemeClr>
            </a:solidFill>
          </p:grpSpPr>
          <p:sp>
            <p:nvSpPr>
              <p:cNvPr id="27" name="Freeform 29"/>
              <p:cNvSpPr>
                <a:spLocks/>
              </p:cNvSpPr>
              <p:nvPr/>
            </p:nvSpPr>
            <p:spPr bwMode="auto">
              <a:xfrm>
                <a:off x="8197959" y="6292610"/>
                <a:ext cx="82989" cy="203698"/>
              </a:xfrm>
              <a:custGeom>
                <a:avLst/>
                <a:gdLst>
                  <a:gd name="T0" fmla="*/ 55 w 55"/>
                  <a:gd name="T1" fmla="*/ 0 h 135"/>
                  <a:gd name="T2" fmla="*/ 55 w 55"/>
                  <a:gd name="T3" fmla="*/ 0 h 135"/>
                  <a:gd name="T4" fmla="*/ 44 w 55"/>
                  <a:gd name="T5" fmla="*/ 3 h 135"/>
                  <a:gd name="T6" fmla="*/ 33 w 55"/>
                  <a:gd name="T7" fmla="*/ 8 h 135"/>
                  <a:gd name="T8" fmla="*/ 24 w 55"/>
                  <a:gd name="T9" fmla="*/ 16 h 135"/>
                  <a:gd name="T10" fmla="*/ 16 w 55"/>
                  <a:gd name="T11" fmla="*/ 24 h 135"/>
                  <a:gd name="T12" fmla="*/ 9 w 55"/>
                  <a:gd name="T13" fmla="*/ 34 h 135"/>
                  <a:gd name="T14" fmla="*/ 4 w 55"/>
                  <a:gd name="T15" fmla="*/ 44 h 135"/>
                  <a:gd name="T16" fmla="*/ 1 w 55"/>
                  <a:gd name="T17" fmla="*/ 55 h 135"/>
                  <a:gd name="T18" fmla="*/ 0 w 55"/>
                  <a:gd name="T19" fmla="*/ 68 h 135"/>
                  <a:gd name="T20" fmla="*/ 0 w 55"/>
                  <a:gd name="T21" fmla="*/ 68 h 135"/>
                  <a:gd name="T22" fmla="*/ 1 w 55"/>
                  <a:gd name="T23" fmla="*/ 80 h 135"/>
                  <a:gd name="T24" fmla="*/ 4 w 55"/>
                  <a:gd name="T25" fmla="*/ 91 h 135"/>
                  <a:gd name="T26" fmla="*/ 9 w 55"/>
                  <a:gd name="T27" fmla="*/ 101 h 135"/>
                  <a:gd name="T28" fmla="*/ 16 w 55"/>
                  <a:gd name="T29" fmla="*/ 112 h 135"/>
                  <a:gd name="T30" fmla="*/ 24 w 55"/>
                  <a:gd name="T31" fmla="*/ 119 h 135"/>
                  <a:gd name="T32" fmla="*/ 33 w 55"/>
                  <a:gd name="T33" fmla="*/ 127 h 135"/>
                  <a:gd name="T34" fmla="*/ 44 w 55"/>
                  <a:gd name="T35" fmla="*/ 132 h 135"/>
                  <a:gd name="T36" fmla="*/ 55 w 55"/>
                  <a:gd name="T37" fmla="*/ 135 h 135"/>
                  <a:gd name="T38" fmla="*/ 55 w 55"/>
                  <a:gd name="T39" fmla="*/ 0 h 1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55" h="135">
                    <a:moveTo>
                      <a:pt x="55" y="0"/>
                    </a:moveTo>
                    <a:lnTo>
                      <a:pt x="55" y="0"/>
                    </a:lnTo>
                    <a:lnTo>
                      <a:pt x="44" y="3"/>
                    </a:lnTo>
                    <a:lnTo>
                      <a:pt x="33" y="8"/>
                    </a:lnTo>
                    <a:lnTo>
                      <a:pt x="24" y="16"/>
                    </a:lnTo>
                    <a:lnTo>
                      <a:pt x="16" y="24"/>
                    </a:lnTo>
                    <a:lnTo>
                      <a:pt x="9" y="34"/>
                    </a:lnTo>
                    <a:lnTo>
                      <a:pt x="4" y="44"/>
                    </a:lnTo>
                    <a:lnTo>
                      <a:pt x="1" y="55"/>
                    </a:lnTo>
                    <a:lnTo>
                      <a:pt x="0" y="68"/>
                    </a:lnTo>
                    <a:lnTo>
                      <a:pt x="0" y="68"/>
                    </a:lnTo>
                    <a:lnTo>
                      <a:pt x="1" y="80"/>
                    </a:lnTo>
                    <a:lnTo>
                      <a:pt x="4" y="91"/>
                    </a:lnTo>
                    <a:lnTo>
                      <a:pt x="9" y="101"/>
                    </a:lnTo>
                    <a:lnTo>
                      <a:pt x="16" y="112"/>
                    </a:lnTo>
                    <a:lnTo>
                      <a:pt x="24" y="119"/>
                    </a:lnTo>
                    <a:lnTo>
                      <a:pt x="33" y="127"/>
                    </a:lnTo>
                    <a:lnTo>
                      <a:pt x="44" y="132"/>
                    </a:lnTo>
                    <a:lnTo>
                      <a:pt x="55" y="135"/>
                    </a:lnTo>
                    <a:lnTo>
                      <a:pt x="55" y="0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28" name="Freeform 30"/>
              <p:cNvSpPr>
                <a:spLocks/>
              </p:cNvSpPr>
              <p:nvPr/>
            </p:nvSpPr>
            <p:spPr bwMode="auto">
              <a:xfrm>
                <a:off x="8083285" y="6512905"/>
                <a:ext cx="197663" cy="262544"/>
              </a:xfrm>
              <a:custGeom>
                <a:avLst/>
                <a:gdLst>
                  <a:gd name="T0" fmla="*/ 114 w 131"/>
                  <a:gd name="T1" fmla="*/ 0 h 174"/>
                  <a:gd name="T2" fmla="*/ 114 w 131"/>
                  <a:gd name="T3" fmla="*/ 0 h 174"/>
                  <a:gd name="T4" fmla="*/ 102 w 131"/>
                  <a:gd name="T5" fmla="*/ 0 h 174"/>
                  <a:gd name="T6" fmla="*/ 88 w 131"/>
                  <a:gd name="T7" fmla="*/ 1 h 174"/>
                  <a:gd name="T8" fmla="*/ 73 w 131"/>
                  <a:gd name="T9" fmla="*/ 4 h 174"/>
                  <a:gd name="T10" fmla="*/ 56 w 131"/>
                  <a:gd name="T11" fmla="*/ 8 h 174"/>
                  <a:gd name="T12" fmla="*/ 39 w 131"/>
                  <a:gd name="T13" fmla="*/ 13 h 174"/>
                  <a:gd name="T14" fmla="*/ 32 w 131"/>
                  <a:gd name="T15" fmla="*/ 16 h 174"/>
                  <a:gd name="T16" fmla="*/ 25 w 131"/>
                  <a:gd name="T17" fmla="*/ 20 h 174"/>
                  <a:gd name="T18" fmla="*/ 17 w 131"/>
                  <a:gd name="T19" fmla="*/ 24 h 174"/>
                  <a:gd name="T20" fmla="*/ 11 w 131"/>
                  <a:gd name="T21" fmla="*/ 31 h 174"/>
                  <a:gd name="T22" fmla="*/ 5 w 131"/>
                  <a:gd name="T23" fmla="*/ 36 h 174"/>
                  <a:gd name="T24" fmla="*/ 0 w 131"/>
                  <a:gd name="T25" fmla="*/ 43 h 174"/>
                  <a:gd name="T26" fmla="*/ 131 w 131"/>
                  <a:gd name="T27" fmla="*/ 174 h 174"/>
                  <a:gd name="T28" fmla="*/ 131 w 131"/>
                  <a:gd name="T29" fmla="*/ 0 h 174"/>
                  <a:gd name="T30" fmla="*/ 126 w 131"/>
                  <a:gd name="T31" fmla="*/ 0 h 174"/>
                  <a:gd name="T32" fmla="*/ 126 w 131"/>
                  <a:gd name="T33" fmla="*/ 0 h 174"/>
                  <a:gd name="T34" fmla="*/ 114 w 131"/>
                  <a:gd name="T35" fmla="*/ 0 h 1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131" h="174">
                    <a:moveTo>
                      <a:pt x="114" y="0"/>
                    </a:moveTo>
                    <a:lnTo>
                      <a:pt x="114" y="0"/>
                    </a:lnTo>
                    <a:lnTo>
                      <a:pt x="102" y="0"/>
                    </a:lnTo>
                    <a:lnTo>
                      <a:pt x="88" y="1"/>
                    </a:lnTo>
                    <a:lnTo>
                      <a:pt x="73" y="4"/>
                    </a:lnTo>
                    <a:lnTo>
                      <a:pt x="56" y="8"/>
                    </a:lnTo>
                    <a:lnTo>
                      <a:pt x="39" y="13"/>
                    </a:lnTo>
                    <a:lnTo>
                      <a:pt x="32" y="16"/>
                    </a:lnTo>
                    <a:lnTo>
                      <a:pt x="25" y="20"/>
                    </a:lnTo>
                    <a:lnTo>
                      <a:pt x="17" y="24"/>
                    </a:lnTo>
                    <a:lnTo>
                      <a:pt x="11" y="31"/>
                    </a:lnTo>
                    <a:lnTo>
                      <a:pt x="5" y="36"/>
                    </a:lnTo>
                    <a:lnTo>
                      <a:pt x="0" y="43"/>
                    </a:lnTo>
                    <a:lnTo>
                      <a:pt x="131" y="174"/>
                    </a:lnTo>
                    <a:lnTo>
                      <a:pt x="131" y="0"/>
                    </a:lnTo>
                    <a:lnTo>
                      <a:pt x="126" y="0"/>
                    </a:lnTo>
                    <a:lnTo>
                      <a:pt x="126" y="0"/>
                    </a:lnTo>
                    <a:lnTo>
                      <a:pt x="114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</p:grpSp>
        <p:sp>
          <p:nvSpPr>
            <p:cNvPr id="21" name="Freeform 31"/>
            <p:cNvSpPr>
              <a:spLocks/>
            </p:cNvSpPr>
            <p:nvPr/>
          </p:nvSpPr>
          <p:spPr bwMode="auto">
            <a:xfrm>
              <a:off x="8083285" y="6512905"/>
              <a:ext cx="197663" cy="262544"/>
            </a:xfrm>
            <a:custGeom>
              <a:avLst/>
              <a:gdLst>
                <a:gd name="T0" fmla="*/ 114 w 131"/>
                <a:gd name="T1" fmla="*/ 0 h 174"/>
                <a:gd name="T2" fmla="*/ 114 w 131"/>
                <a:gd name="T3" fmla="*/ 0 h 174"/>
                <a:gd name="T4" fmla="*/ 102 w 131"/>
                <a:gd name="T5" fmla="*/ 0 h 174"/>
                <a:gd name="T6" fmla="*/ 88 w 131"/>
                <a:gd name="T7" fmla="*/ 1 h 174"/>
                <a:gd name="T8" fmla="*/ 73 w 131"/>
                <a:gd name="T9" fmla="*/ 4 h 174"/>
                <a:gd name="T10" fmla="*/ 56 w 131"/>
                <a:gd name="T11" fmla="*/ 8 h 174"/>
                <a:gd name="T12" fmla="*/ 39 w 131"/>
                <a:gd name="T13" fmla="*/ 13 h 174"/>
                <a:gd name="T14" fmla="*/ 32 w 131"/>
                <a:gd name="T15" fmla="*/ 16 h 174"/>
                <a:gd name="T16" fmla="*/ 25 w 131"/>
                <a:gd name="T17" fmla="*/ 20 h 174"/>
                <a:gd name="T18" fmla="*/ 17 w 131"/>
                <a:gd name="T19" fmla="*/ 24 h 174"/>
                <a:gd name="T20" fmla="*/ 11 w 131"/>
                <a:gd name="T21" fmla="*/ 31 h 174"/>
                <a:gd name="T22" fmla="*/ 5 w 131"/>
                <a:gd name="T23" fmla="*/ 36 h 174"/>
                <a:gd name="T24" fmla="*/ 0 w 131"/>
                <a:gd name="T25" fmla="*/ 43 h 174"/>
                <a:gd name="T26" fmla="*/ 131 w 131"/>
                <a:gd name="T27" fmla="*/ 174 h 174"/>
                <a:gd name="T28" fmla="*/ 131 w 131"/>
                <a:gd name="T29" fmla="*/ 0 h 174"/>
                <a:gd name="T30" fmla="*/ 126 w 131"/>
                <a:gd name="T31" fmla="*/ 0 h 174"/>
                <a:gd name="T32" fmla="*/ 126 w 131"/>
                <a:gd name="T33" fmla="*/ 0 h 174"/>
                <a:gd name="T34" fmla="*/ 114 w 131"/>
                <a:gd name="T35" fmla="*/ 0 h 1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31" h="174">
                  <a:moveTo>
                    <a:pt x="114" y="0"/>
                  </a:moveTo>
                  <a:lnTo>
                    <a:pt x="114" y="0"/>
                  </a:lnTo>
                  <a:lnTo>
                    <a:pt x="102" y="0"/>
                  </a:lnTo>
                  <a:lnTo>
                    <a:pt x="88" y="1"/>
                  </a:lnTo>
                  <a:lnTo>
                    <a:pt x="73" y="4"/>
                  </a:lnTo>
                  <a:lnTo>
                    <a:pt x="56" y="8"/>
                  </a:lnTo>
                  <a:lnTo>
                    <a:pt x="39" y="13"/>
                  </a:lnTo>
                  <a:lnTo>
                    <a:pt x="32" y="16"/>
                  </a:lnTo>
                  <a:lnTo>
                    <a:pt x="25" y="20"/>
                  </a:lnTo>
                  <a:lnTo>
                    <a:pt x="17" y="24"/>
                  </a:lnTo>
                  <a:lnTo>
                    <a:pt x="11" y="31"/>
                  </a:lnTo>
                  <a:lnTo>
                    <a:pt x="5" y="36"/>
                  </a:lnTo>
                  <a:lnTo>
                    <a:pt x="0" y="43"/>
                  </a:lnTo>
                  <a:lnTo>
                    <a:pt x="131" y="174"/>
                  </a:lnTo>
                  <a:lnTo>
                    <a:pt x="131" y="0"/>
                  </a:lnTo>
                  <a:lnTo>
                    <a:pt x="126" y="0"/>
                  </a:lnTo>
                  <a:lnTo>
                    <a:pt x="126" y="0"/>
                  </a:lnTo>
                  <a:lnTo>
                    <a:pt x="114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22" name="Freeform 32"/>
            <p:cNvSpPr>
              <a:spLocks/>
            </p:cNvSpPr>
            <p:nvPr/>
          </p:nvSpPr>
          <p:spPr bwMode="auto">
            <a:xfrm>
              <a:off x="8315651" y="6291101"/>
              <a:ext cx="92042" cy="206716"/>
            </a:xfrm>
            <a:custGeom>
              <a:avLst/>
              <a:gdLst>
                <a:gd name="T0" fmla="*/ 0 w 61"/>
                <a:gd name="T1" fmla="*/ 0 h 137"/>
                <a:gd name="T2" fmla="*/ 0 w 61"/>
                <a:gd name="T3" fmla="*/ 137 h 137"/>
                <a:gd name="T4" fmla="*/ 0 w 61"/>
                <a:gd name="T5" fmla="*/ 137 h 137"/>
                <a:gd name="T6" fmla="*/ 12 w 61"/>
                <a:gd name="T7" fmla="*/ 135 h 137"/>
                <a:gd name="T8" fmla="*/ 23 w 61"/>
                <a:gd name="T9" fmla="*/ 130 h 137"/>
                <a:gd name="T10" fmla="*/ 34 w 61"/>
                <a:gd name="T11" fmla="*/ 122 h 137"/>
                <a:gd name="T12" fmla="*/ 43 w 61"/>
                <a:gd name="T13" fmla="*/ 114 h 137"/>
                <a:gd name="T14" fmla="*/ 50 w 61"/>
                <a:gd name="T15" fmla="*/ 105 h 137"/>
                <a:gd name="T16" fmla="*/ 56 w 61"/>
                <a:gd name="T17" fmla="*/ 93 h 137"/>
                <a:gd name="T18" fmla="*/ 59 w 61"/>
                <a:gd name="T19" fmla="*/ 82 h 137"/>
                <a:gd name="T20" fmla="*/ 61 w 61"/>
                <a:gd name="T21" fmla="*/ 69 h 137"/>
                <a:gd name="T22" fmla="*/ 61 w 61"/>
                <a:gd name="T23" fmla="*/ 69 h 137"/>
                <a:gd name="T24" fmla="*/ 59 w 61"/>
                <a:gd name="T25" fmla="*/ 55 h 137"/>
                <a:gd name="T26" fmla="*/ 56 w 61"/>
                <a:gd name="T27" fmla="*/ 44 h 137"/>
                <a:gd name="T28" fmla="*/ 50 w 61"/>
                <a:gd name="T29" fmla="*/ 32 h 137"/>
                <a:gd name="T30" fmla="*/ 43 w 61"/>
                <a:gd name="T31" fmla="*/ 23 h 137"/>
                <a:gd name="T32" fmla="*/ 34 w 61"/>
                <a:gd name="T33" fmla="*/ 15 h 137"/>
                <a:gd name="T34" fmla="*/ 23 w 61"/>
                <a:gd name="T35" fmla="*/ 7 h 137"/>
                <a:gd name="T36" fmla="*/ 12 w 61"/>
                <a:gd name="T37" fmla="*/ 3 h 137"/>
                <a:gd name="T38" fmla="*/ 0 w 61"/>
                <a:gd name="T39" fmla="*/ 0 h 1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61" h="137">
                  <a:moveTo>
                    <a:pt x="0" y="0"/>
                  </a:moveTo>
                  <a:lnTo>
                    <a:pt x="0" y="137"/>
                  </a:lnTo>
                  <a:lnTo>
                    <a:pt x="0" y="137"/>
                  </a:lnTo>
                  <a:lnTo>
                    <a:pt x="12" y="135"/>
                  </a:lnTo>
                  <a:lnTo>
                    <a:pt x="23" y="130"/>
                  </a:lnTo>
                  <a:lnTo>
                    <a:pt x="34" y="122"/>
                  </a:lnTo>
                  <a:lnTo>
                    <a:pt x="43" y="114"/>
                  </a:lnTo>
                  <a:lnTo>
                    <a:pt x="50" y="105"/>
                  </a:lnTo>
                  <a:lnTo>
                    <a:pt x="56" y="93"/>
                  </a:lnTo>
                  <a:lnTo>
                    <a:pt x="59" y="82"/>
                  </a:lnTo>
                  <a:lnTo>
                    <a:pt x="61" y="69"/>
                  </a:lnTo>
                  <a:lnTo>
                    <a:pt x="61" y="69"/>
                  </a:lnTo>
                  <a:lnTo>
                    <a:pt x="59" y="55"/>
                  </a:lnTo>
                  <a:lnTo>
                    <a:pt x="56" y="44"/>
                  </a:lnTo>
                  <a:lnTo>
                    <a:pt x="50" y="32"/>
                  </a:lnTo>
                  <a:lnTo>
                    <a:pt x="43" y="23"/>
                  </a:lnTo>
                  <a:lnTo>
                    <a:pt x="34" y="15"/>
                  </a:lnTo>
                  <a:lnTo>
                    <a:pt x="23" y="7"/>
                  </a:lnTo>
                  <a:lnTo>
                    <a:pt x="12" y="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7333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grpSp>
          <p:nvGrpSpPr>
            <p:cNvPr id="23" name="그룹 110"/>
            <p:cNvGrpSpPr/>
            <p:nvPr/>
          </p:nvGrpSpPr>
          <p:grpSpPr>
            <a:xfrm>
              <a:off x="8315651" y="6291101"/>
              <a:ext cx="218787" cy="484348"/>
              <a:chOff x="8315651" y="6291101"/>
              <a:chExt cx="218787" cy="484348"/>
            </a:xfrm>
            <a:solidFill>
              <a:schemeClr val="accent5">
                <a:lumMod val="75000"/>
              </a:schemeClr>
            </a:solidFill>
          </p:grpSpPr>
          <p:sp>
            <p:nvSpPr>
              <p:cNvPr id="25" name="Freeform 33"/>
              <p:cNvSpPr>
                <a:spLocks/>
              </p:cNvSpPr>
              <p:nvPr/>
            </p:nvSpPr>
            <p:spPr bwMode="auto">
              <a:xfrm>
                <a:off x="8315651" y="6291101"/>
                <a:ext cx="92042" cy="206716"/>
              </a:xfrm>
              <a:custGeom>
                <a:avLst/>
                <a:gdLst>
                  <a:gd name="T0" fmla="*/ 0 w 61"/>
                  <a:gd name="T1" fmla="*/ 0 h 137"/>
                  <a:gd name="T2" fmla="*/ 0 w 61"/>
                  <a:gd name="T3" fmla="*/ 137 h 137"/>
                  <a:gd name="T4" fmla="*/ 0 w 61"/>
                  <a:gd name="T5" fmla="*/ 137 h 137"/>
                  <a:gd name="T6" fmla="*/ 12 w 61"/>
                  <a:gd name="T7" fmla="*/ 135 h 137"/>
                  <a:gd name="T8" fmla="*/ 23 w 61"/>
                  <a:gd name="T9" fmla="*/ 130 h 137"/>
                  <a:gd name="T10" fmla="*/ 34 w 61"/>
                  <a:gd name="T11" fmla="*/ 122 h 137"/>
                  <a:gd name="T12" fmla="*/ 43 w 61"/>
                  <a:gd name="T13" fmla="*/ 114 h 137"/>
                  <a:gd name="T14" fmla="*/ 50 w 61"/>
                  <a:gd name="T15" fmla="*/ 105 h 137"/>
                  <a:gd name="T16" fmla="*/ 56 w 61"/>
                  <a:gd name="T17" fmla="*/ 93 h 137"/>
                  <a:gd name="T18" fmla="*/ 59 w 61"/>
                  <a:gd name="T19" fmla="*/ 82 h 137"/>
                  <a:gd name="T20" fmla="*/ 61 w 61"/>
                  <a:gd name="T21" fmla="*/ 69 h 137"/>
                  <a:gd name="T22" fmla="*/ 61 w 61"/>
                  <a:gd name="T23" fmla="*/ 69 h 137"/>
                  <a:gd name="T24" fmla="*/ 59 w 61"/>
                  <a:gd name="T25" fmla="*/ 55 h 137"/>
                  <a:gd name="T26" fmla="*/ 56 w 61"/>
                  <a:gd name="T27" fmla="*/ 44 h 137"/>
                  <a:gd name="T28" fmla="*/ 50 w 61"/>
                  <a:gd name="T29" fmla="*/ 32 h 137"/>
                  <a:gd name="T30" fmla="*/ 43 w 61"/>
                  <a:gd name="T31" fmla="*/ 23 h 137"/>
                  <a:gd name="T32" fmla="*/ 34 w 61"/>
                  <a:gd name="T33" fmla="*/ 15 h 137"/>
                  <a:gd name="T34" fmla="*/ 23 w 61"/>
                  <a:gd name="T35" fmla="*/ 7 h 137"/>
                  <a:gd name="T36" fmla="*/ 12 w 61"/>
                  <a:gd name="T37" fmla="*/ 3 h 137"/>
                  <a:gd name="T38" fmla="*/ 0 w 61"/>
                  <a:gd name="T39" fmla="*/ 0 h 1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61" h="137">
                    <a:moveTo>
                      <a:pt x="0" y="0"/>
                    </a:moveTo>
                    <a:lnTo>
                      <a:pt x="0" y="137"/>
                    </a:lnTo>
                    <a:lnTo>
                      <a:pt x="0" y="137"/>
                    </a:lnTo>
                    <a:lnTo>
                      <a:pt x="12" y="135"/>
                    </a:lnTo>
                    <a:lnTo>
                      <a:pt x="23" y="130"/>
                    </a:lnTo>
                    <a:lnTo>
                      <a:pt x="34" y="122"/>
                    </a:lnTo>
                    <a:lnTo>
                      <a:pt x="43" y="114"/>
                    </a:lnTo>
                    <a:lnTo>
                      <a:pt x="50" y="105"/>
                    </a:lnTo>
                    <a:lnTo>
                      <a:pt x="56" y="93"/>
                    </a:lnTo>
                    <a:lnTo>
                      <a:pt x="59" y="82"/>
                    </a:lnTo>
                    <a:lnTo>
                      <a:pt x="61" y="69"/>
                    </a:lnTo>
                    <a:lnTo>
                      <a:pt x="61" y="69"/>
                    </a:lnTo>
                    <a:lnTo>
                      <a:pt x="59" y="55"/>
                    </a:lnTo>
                    <a:lnTo>
                      <a:pt x="56" y="44"/>
                    </a:lnTo>
                    <a:lnTo>
                      <a:pt x="50" y="32"/>
                    </a:lnTo>
                    <a:lnTo>
                      <a:pt x="43" y="23"/>
                    </a:lnTo>
                    <a:lnTo>
                      <a:pt x="34" y="15"/>
                    </a:lnTo>
                    <a:lnTo>
                      <a:pt x="23" y="7"/>
                    </a:lnTo>
                    <a:lnTo>
                      <a:pt x="12" y="3"/>
                    </a:lnTo>
                    <a:lnTo>
                      <a:pt x="0" y="0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26" name="Freeform 34"/>
              <p:cNvSpPr>
                <a:spLocks/>
              </p:cNvSpPr>
              <p:nvPr/>
            </p:nvSpPr>
            <p:spPr bwMode="auto">
              <a:xfrm>
                <a:off x="8315651" y="6512905"/>
                <a:ext cx="218787" cy="262544"/>
              </a:xfrm>
              <a:custGeom>
                <a:avLst/>
                <a:gdLst>
                  <a:gd name="T0" fmla="*/ 19 w 145"/>
                  <a:gd name="T1" fmla="*/ 0 h 174"/>
                  <a:gd name="T2" fmla="*/ 0 w 145"/>
                  <a:gd name="T3" fmla="*/ 0 h 174"/>
                  <a:gd name="T4" fmla="*/ 0 w 145"/>
                  <a:gd name="T5" fmla="*/ 174 h 174"/>
                  <a:gd name="T6" fmla="*/ 70 w 145"/>
                  <a:gd name="T7" fmla="*/ 174 h 174"/>
                  <a:gd name="T8" fmla="*/ 70 w 145"/>
                  <a:gd name="T9" fmla="*/ 123 h 174"/>
                  <a:gd name="T10" fmla="*/ 81 w 145"/>
                  <a:gd name="T11" fmla="*/ 123 h 174"/>
                  <a:gd name="T12" fmla="*/ 81 w 145"/>
                  <a:gd name="T13" fmla="*/ 174 h 174"/>
                  <a:gd name="T14" fmla="*/ 145 w 145"/>
                  <a:gd name="T15" fmla="*/ 174 h 174"/>
                  <a:gd name="T16" fmla="*/ 145 w 145"/>
                  <a:gd name="T17" fmla="*/ 77 h 174"/>
                  <a:gd name="T18" fmla="*/ 145 w 145"/>
                  <a:gd name="T19" fmla="*/ 77 h 174"/>
                  <a:gd name="T20" fmla="*/ 144 w 145"/>
                  <a:gd name="T21" fmla="*/ 74 h 174"/>
                  <a:gd name="T22" fmla="*/ 144 w 145"/>
                  <a:gd name="T23" fmla="*/ 74 h 174"/>
                  <a:gd name="T24" fmla="*/ 144 w 145"/>
                  <a:gd name="T25" fmla="*/ 70 h 174"/>
                  <a:gd name="T26" fmla="*/ 144 w 145"/>
                  <a:gd name="T27" fmla="*/ 70 h 174"/>
                  <a:gd name="T28" fmla="*/ 144 w 145"/>
                  <a:gd name="T29" fmla="*/ 69 h 174"/>
                  <a:gd name="T30" fmla="*/ 144 w 145"/>
                  <a:gd name="T31" fmla="*/ 69 h 174"/>
                  <a:gd name="T32" fmla="*/ 141 w 145"/>
                  <a:gd name="T33" fmla="*/ 60 h 174"/>
                  <a:gd name="T34" fmla="*/ 137 w 145"/>
                  <a:gd name="T35" fmla="*/ 52 h 174"/>
                  <a:gd name="T36" fmla="*/ 133 w 145"/>
                  <a:gd name="T37" fmla="*/ 44 h 174"/>
                  <a:gd name="T38" fmla="*/ 127 w 145"/>
                  <a:gd name="T39" fmla="*/ 37 h 174"/>
                  <a:gd name="T40" fmla="*/ 119 w 145"/>
                  <a:gd name="T41" fmla="*/ 31 h 174"/>
                  <a:gd name="T42" fmla="*/ 112 w 145"/>
                  <a:gd name="T43" fmla="*/ 26 h 174"/>
                  <a:gd name="T44" fmla="*/ 104 w 145"/>
                  <a:gd name="T45" fmla="*/ 21 h 174"/>
                  <a:gd name="T46" fmla="*/ 94 w 145"/>
                  <a:gd name="T47" fmla="*/ 17 h 174"/>
                  <a:gd name="T48" fmla="*/ 77 w 145"/>
                  <a:gd name="T49" fmla="*/ 11 h 174"/>
                  <a:gd name="T50" fmla="*/ 58 w 145"/>
                  <a:gd name="T51" fmla="*/ 6 h 174"/>
                  <a:gd name="T52" fmla="*/ 41 w 145"/>
                  <a:gd name="T53" fmla="*/ 4 h 174"/>
                  <a:gd name="T54" fmla="*/ 26 w 145"/>
                  <a:gd name="T55" fmla="*/ 1 h 174"/>
                  <a:gd name="T56" fmla="*/ 26 w 145"/>
                  <a:gd name="T57" fmla="*/ 1 h 174"/>
                  <a:gd name="T58" fmla="*/ 19 w 145"/>
                  <a:gd name="T59" fmla="*/ 0 h 1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</a:cxnLst>
                <a:rect l="0" t="0" r="r" b="b"/>
                <a:pathLst>
                  <a:path w="145" h="174">
                    <a:moveTo>
                      <a:pt x="19" y="0"/>
                    </a:moveTo>
                    <a:lnTo>
                      <a:pt x="0" y="0"/>
                    </a:lnTo>
                    <a:lnTo>
                      <a:pt x="0" y="174"/>
                    </a:lnTo>
                    <a:lnTo>
                      <a:pt x="70" y="174"/>
                    </a:lnTo>
                    <a:lnTo>
                      <a:pt x="70" y="123"/>
                    </a:lnTo>
                    <a:lnTo>
                      <a:pt x="81" y="123"/>
                    </a:lnTo>
                    <a:lnTo>
                      <a:pt x="81" y="174"/>
                    </a:lnTo>
                    <a:lnTo>
                      <a:pt x="145" y="174"/>
                    </a:lnTo>
                    <a:lnTo>
                      <a:pt x="145" y="77"/>
                    </a:lnTo>
                    <a:lnTo>
                      <a:pt x="145" y="77"/>
                    </a:lnTo>
                    <a:lnTo>
                      <a:pt x="144" y="74"/>
                    </a:lnTo>
                    <a:lnTo>
                      <a:pt x="144" y="74"/>
                    </a:lnTo>
                    <a:lnTo>
                      <a:pt x="144" y="70"/>
                    </a:lnTo>
                    <a:lnTo>
                      <a:pt x="144" y="70"/>
                    </a:lnTo>
                    <a:lnTo>
                      <a:pt x="144" y="69"/>
                    </a:lnTo>
                    <a:lnTo>
                      <a:pt x="144" y="69"/>
                    </a:lnTo>
                    <a:lnTo>
                      <a:pt x="141" y="60"/>
                    </a:lnTo>
                    <a:lnTo>
                      <a:pt x="137" y="52"/>
                    </a:lnTo>
                    <a:lnTo>
                      <a:pt x="133" y="44"/>
                    </a:lnTo>
                    <a:lnTo>
                      <a:pt x="127" y="37"/>
                    </a:lnTo>
                    <a:lnTo>
                      <a:pt x="119" y="31"/>
                    </a:lnTo>
                    <a:lnTo>
                      <a:pt x="112" y="26"/>
                    </a:lnTo>
                    <a:lnTo>
                      <a:pt x="104" y="21"/>
                    </a:lnTo>
                    <a:lnTo>
                      <a:pt x="94" y="17"/>
                    </a:lnTo>
                    <a:lnTo>
                      <a:pt x="77" y="11"/>
                    </a:lnTo>
                    <a:lnTo>
                      <a:pt x="58" y="6"/>
                    </a:lnTo>
                    <a:lnTo>
                      <a:pt x="41" y="4"/>
                    </a:lnTo>
                    <a:lnTo>
                      <a:pt x="26" y="1"/>
                    </a:lnTo>
                    <a:lnTo>
                      <a:pt x="26" y="1"/>
                    </a:lnTo>
                    <a:lnTo>
                      <a:pt x="19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</p:grpSp>
        <p:sp>
          <p:nvSpPr>
            <p:cNvPr id="24" name="Freeform 35"/>
            <p:cNvSpPr>
              <a:spLocks/>
            </p:cNvSpPr>
            <p:nvPr/>
          </p:nvSpPr>
          <p:spPr bwMode="auto">
            <a:xfrm>
              <a:off x="8315651" y="6512905"/>
              <a:ext cx="218787" cy="262544"/>
            </a:xfrm>
            <a:custGeom>
              <a:avLst/>
              <a:gdLst>
                <a:gd name="T0" fmla="*/ 19 w 145"/>
                <a:gd name="T1" fmla="*/ 0 h 174"/>
                <a:gd name="T2" fmla="*/ 0 w 145"/>
                <a:gd name="T3" fmla="*/ 0 h 174"/>
                <a:gd name="T4" fmla="*/ 0 w 145"/>
                <a:gd name="T5" fmla="*/ 174 h 174"/>
                <a:gd name="T6" fmla="*/ 70 w 145"/>
                <a:gd name="T7" fmla="*/ 174 h 174"/>
                <a:gd name="T8" fmla="*/ 70 w 145"/>
                <a:gd name="T9" fmla="*/ 123 h 174"/>
                <a:gd name="T10" fmla="*/ 81 w 145"/>
                <a:gd name="T11" fmla="*/ 123 h 174"/>
                <a:gd name="T12" fmla="*/ 81 w 145"/>
                <a:gd name="T13" fmla="*/ 174 h 174"/>
                <a:gd name="T14" fmla="*/ 145 w 145"/>
                <a:gd name="T15" fmla="*/ 174 h 174"/>
                <a:gd name="T16" fmla="*/ 145 w 145"/>
                <a:gd name="T17" fmla="*/ 77 h 174"/>
                <a:gd name="T18" fmla="*/ 145 w 145"/>
                <a:gd name="T19" fmla="*/ 77 h 174"/>
                <a:gd name="T20" fmla="*/ 144 w 145"/>
                <a:gd name="T21" fmla="*/ 74 h 174"/>
                <a:gd name="T22" fmla="*/ 144 w 145"/>
                <a:gd name="T23" fmla="*/ 74 h 174"/>
                <a:gd name="T24" fmla="*/ 144 w 145"/>
                <a:gd name="T25" fmla="*/ 70 h 174"/>
                <a:gd name="T26" fmla="*/ 144 w 145"/>
                <a:gd name="T27" fmla="*/ 70 h 174"/>
                <a:gd name="T28" fmla="*/ 144 w 145"/>
                <a:gd name="T29" fmla="*/ 69 h 174"/>
                <a:gd name="T30" fmla="*/ 144 w 145"/>
                <a:gd name="T31" fmla="*/ 69 h 174"/>
                <a:gd name="T32" fmla="*/ 141 w 145"/>
                <a:gd name="T33" fmla="*/ 60 h 174"/>
                <a:gd name="T34" fmla="*/ 137 w 145"/>
                <a:gd name="T35" fmla="*/ 52 h 174"/>
                <a:gd name="T36" fmla="*/ 133 w 145"/>
                <a:gd name="T37" fmla="*/ 44 h 174"/>
                <a:gd name="T38" fmla="*/ 127 w 145"/>
                <a:gd name="T39" fmla="*/ 37 h 174"/>
                <a:gd name="T40" fmla="*/ 119 w 145"/>
                <a:gd name="T41" fmla="*/ 31 h 174"/>
                <a:gd name="T42" fmla="*/ 112 w 145"/>
                <a:gd name="T43" fmla="*/ 26 h 174"/>
                <a:gd name="T44" fmla="*/ 104 w 145"/>
                <a:gd name="T45" fmla="*/ 21 h 174"/>
                <a:gd name="T46" fmla="*/ 94 w 145"/>
                <a:gd name="T47" fmla="*/ 17 h 174"/>
                <a:gd name="T48" fmla="*/ 77 w 145"/>
                <a:gd name="T49" fmla="*/ 11 h 174"/>
                <a:gd name="T50" fmla="*/ 58 w 145"/>
                <a:gd name="T51" fmla="*/ 6 h 174"/>
                <a:gd name="T52" fmla="*/ 41 w 145"/>
                <a:gd name="T53" fmla="*/ 4 h 174"/>
                <a:gd name="T54" fmla="*/ 26 w 145"/>
                <a:gd name="T55" fmla="*/ 1 h 174"/>
                <a:gd name="T56" fmla="*/ 26 w 145"/>
                <a:gd name="T57" fmla="*/ 1 h 174"/>
                <a:gd name="T58" fmla="*/ 19 w 145"/>
                <a:gd name="T59" fmla="*/ 0 h 1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145" h="174">
                  <a:moveTo>
                    <a:pt x="19" y="0"/>
                  </a:moveTo>
                  <a:lnTo>
                    <a:pt x="0" y="0"/>
                  </a:lnTo>
                  <a:lnTo>
                    <a:pt x="0" y="174"/>
                  </a:lnTo>
                  <a:lnTo>
                    <a:pt x="70" y="174"/>
                  </a:lnTo>
                  <a:lnTo>
                    <a:pt x="70" y="123"/>
                  </a:lnTo>
                  <a:lnTo>
                    <a:pt x="81" y="123"/>
                  </a:lnTo>
                  <a:lnTo>
                    <a:pt x="81" y="174"/>
                  </a:lnTo>
                  <a:lnTo>
                    <a:pt x="145" y="174"/>
                  </a:lnTo>
                  <a:lnTo>
                    <a:pt x="145" y="77"/>
                  </a:lnTo>
                  <a:lnTo>
                    <a:pt x="145" y="77"/>
                  </a:lnTo>
                  <a:lnTo>
                    <a:pt x="144" y="74"/>
                  </a:lnTo>
                  <a:lnTo>
                    <a:pt x="144" y="74"/>
                  </a:lnTo>
                  <a:lnTo>
                    <a:pt x="144" y="70"/>
                  </a:lnTo>
                  <a:lnTo>
                    <a:pt x="144" y="70"/>
                  </a:lnTo>
                  <a:lnTo>
                    <a:pt x="144" y="69"/>
                  </a:lnTo>
                  <a:lnTo>
                    <a:pt x="144" y="69"/>
                  </a:lnTo>
                  <a:lnTo>
                    <a:pt x="141" y="60"/>
                  </a:lnTo>
                  <a:lnTo>
                    <a:pt x="137" y="52"/>
                  </a:lnTo>
                  <a:lnTo>
                    <a:pt x="133" y="44"/>
                  </a:lnTo>
                  <a:lnTo>
                    <a:pt x="127" y="37"/>
                  </a:lnTo>
                  <a:lnTo>
                    <a:pt x="119" y="31"/>
                  </a:lnTo>
                  <a:lnTo>
                    <a:pt x="112" y="26"/>
                  </a:lnTo>
                  <a:lnTo>
                    <a:pt x="104" y="21"/>
                  </a:lnTo>
                  <a:lnTo>
                    <a:pt x="94" y="17"/>
                  </a:lnTo>
                  <a:lnTo>
                    <a:pt x="77" y="11"/>
                  </a:lnTo>
                  <a:lnTo>
                    <a:pt x="58" y="6"/>
                  </a:lnTo>
                  <a:lnTo>
                    <a:pt x="41" y="4"/>
                  </a:lnTo>
                  <a:lnTo>
                    <a:pt x="26" y="1"/>
                  </a:lnTo>
                  <a:lnTo>
                    <a:pt x="26" y="1"/>
                  </a:lnTo>
                  <a:lnTo>
                    <a:pt x="19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</p:grpSp>
      <p:grpSp>
        <p:nvGrpSpPr>
          <p:cNvPr id="29" name="그룹 92"/>
          <p:cNvGrpSpPr/>
          <p:nvPr/>
        </p:nvGrpSpPr>
        <p:grpSpPr>
          <a:xfrm>
            <a:off x="8982347" y="5215835"/>
            <a:ext cx="1359074" cy="1378581"/>
            <a:chOff x="7668344" y="5495925"/>
            <a:chExt cx="1261419" cy="1279525"/>
          </a:xfrm>
        </p:grpSpPr>
        <p:sp>
          <p:nvSpPr>
            <p:cNvPr id="30" name="Freeform 13"/>
            <p:cNvSpPr>
              <a:spLocks/>
            </p:cNvSpPr>
            <p:nvPr/>
          </p:nvSpPr>
          <p:spPr bwMode="auto">
            <a:xfrm>
              <a:off x="8315651" y="5495925"/>
              <a:ext cx="614112" cy="614112"/>
            </a:xfrm>
            <a:custGeom>
              <a:avLst/>
              <a:gdLst>
                <a:gd name="T0" fmla="*/ 0 w 407"/>
                <a:gd name="T1" fmla="*/ 0 h 407"/>
                <a:gd name="T2" fmla="*/ 0 w 407"/>
                <a:gd name="T3" fmla="*/ 407 h 407"/>
                <a:gd name="T4" fmla="*/ 407 w 407"/>
                <a:gd name="T5" fmla="*/ 407 h 407"/>
                <a:gd name="T6" fmla="*/ 0 w 407"/>
                <a:gd name="T7" fmla="*/ 0 h 4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7" h="407">
                  <a:moveTo>
                    <a:pt x="0" y="0"/>
                  </a:moveTo>
                  <a:lnTo>
                    <a:pt x="0" y="407"/>
                  </a:lnTo>
                  <a:lnTo>
                    <a:pt x="407" y="40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alpha val="2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31" name="Freeform 14"/>
            <p:cNvSpPr>
              <a:spLocks/>
            </p:cNvSpPr>
            <p:nvPr/>
          </p:nvSpPr>
          <p:spPr bwMode="auto">
            <a:xfrm>
              <a:off x="8315651" y="5495925"/>
              <a:ext cx="614112" cy="614112"/>
            </a:xfrm>
            <a:custGeom>
              <a:avLst/>
              <a:gdLst>
                <a:gd name="T0" fmla="*/ 0 w 407"/>
                <a:gd name="T1" fmla="*/ 0 h 407"/>
                <a:gd name="T2" fmla="*/ 0 w 407"/>
                <a:gd name="T3" fmla="*/ 407 h 407"/>
                <a:gd name="T4" fmla="*/ 407 w 407"/>
                <a:gd name="T5" fmla="*/ 407 h 407"/>
                <a:gd name="T6" fmla="*/ 0 w 407"/>
                <a:gd name="T7" fmla="*/ 0 h 4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7" h="407">
                  <a:moveTo>
                    <a:pt x="0" y="0"/>
                  </a:moveTo>
                  <a:lnTo>
                    <a:pt x="0" y="407"/>
                  </a:lnTo>
                  <a:lnTo>
                    <a:pt x="407" y="407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32" name="Freeform 15"/>
            <p:cNvSpPr>
              <a:spLocks/>
            </p:cNvSpPr>
            <p:nvPr/>
          </p:nvSpPr>
          <p:spPr bwMode="auto">
            <a:xfrm>
              <a:off x="7668344" y="5495925"/>
              <a:ext cx="612603" cy="614112"/>
            </a:xfrm>
            <a:custGeom>
              <a:avLst/>
              <a:gdLst>
                <a:gd name="T0" fmla="*/ 406 w 406"/>
                <a:gd name="T1" fmla="*/ 0 h 407"/>
                <a:gd name="T2" fmla="*/ 0 w 406"/>
                <a:gd name="T3" fmla="*/ 0 h 407"/>
                <a:gd name="T4" fmla="*/ 406 w 406"/>
                <a:gd name="T5" fmla="*/ 407 h 407"/>
                <a:gd name="T6" fmla="*/ 406 w 406"/>
                <a:gd name="T7" fmla="*/ 0 h 4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6" h="407">
                  <a:moveTo>
                    <a:pt x="406" y="0"/>
                  </a:moveTo>
                  <a:lnTo>
                    <a:pt x="0" y="0"/>
                  </a:lnTo>
                  <a:lnTo>
                    <a:pt x="406" y="407"/>
                  </a:lnTo>
                  <a:lnTo>
                    <a:pt x="406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33" name="Freeform 16"/>
            <p:cNvSpPr>
              <a:spLocks/>
            </p:cNvSpPr>
            <p:nvPr/>
          </p:nvSpPr>
          <p:spPr bwMode="auto">
            <a:xfrm>
              <a:off x="7668344" y="5495925"/>
              <a:ext cx="612603" cy="614112"/>
            </a:xfrm>
            <a:custGeom>
              <a:avLst/>
              <a:gdLst>
                <a:gd name="T0" fmla="*/ 406 w 406"/>
                <a:gd name="T1" fmla="*/ 0 h 407"/>
                <a:gd name="T2" fmla="*/ 0 w 406"/>
                <a:gd name="T3" fmla="*/ 0 h 407"/>
                <a:gd name="T4" fmla="*/ 406 w 406"/>
                <a:gd name="T5" fmla="*/ 407 h 407"/>
                <a:gd name="T6" fmla="*/ 406 w 406"/>
                <a:gd name="T7" fmla="*/ 0 h 4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6" h="407">
                  <a:moveTo>
                    <a:pt x="406" y="0"/>
                  </a:moveTo>
                  <a:lnTo>
                    <a:pt x="0" y="0"/>
                  </a:lnTo>
                  <a:lnTo>
                    <a:pt x="406" y="407"/>
                  </a:lnTo>
                  <a:lnTo>
                    <a:pt x="406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34" name="Freeform 17"/>
            <p:cNvSpPr>
              <a:spLocks/>
            </p:cNvSpPr>
            <p:nvPr/>
          </p:nvSpPr>
          <p:spPr bwMode="auto">
            <a:xfrm>
              <a:off x="8315651" y="5495925"/>
              <a:ext cx="614112" cy="614112"/>
            </a:xfrm>
            <a:custGeom>
              <a:avLst/>
              <a:gdLst>
                <a:gd name="T0" fmla="*/ 407 w 407"/>
                <a:gd name="T1" fmla="*/ 0 h 407"/>
                <a:gd name="T2" fmla="*/ 0 w 407"/>
                <a:gd name="T3" fmla="*/ 0 h 407"/>
                <a:gd name="T4" fmla="*/ 0 w 407"/>
                <a:gd name="T5" fmla="*/ 407 h 407"/>
                <a:gd name="T6" fmla="*/ 407 w 407"/>
                <a:gd name="T7" fmla="*/ 0 h 4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7" h="407">
                  <a:moveTo>
                    <a:pt x="407" y="0"/>
                  </a:moveTo>
                  <a:lnTo>
                    <a:pt x="0" y="0"/>
                  </a:lnTo>
                  <a:lnTo>
                    <a:pt x="0" y="407"/>
                  </a:lnTo>
                  <a:lnTo>
                    <a:pt x="407" y="0"/>
                  </a:lnTo>
                  <a:close/>
                </a:path>
              </a:pathLst>
            </a:custGeom>
            <a:solidFill>
              <a:srgbClr val="92D05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35" name="Freeform 18"/>
            <p:cNvSpPr>
              <a:spLocks/>
            </p:cNvSpPr>
            <p:nvPr/>
          </p:nvSpPr>
          <p:spPr bwMode="auto">
            <a:xfrm>
              <a:off x="8315651" y="6161338"/>
              <a:ext cx="614112" cy="614112"/>
            </a:xfrm>
            <a:custGeom>
              <a:avLst/>
              <a:gdLst>
                <a:gd name="T0" fmla="*/ 407 w 407"/>
                <a:gd name="T1" fmla="*/ 0 h 407"/>
                <a:gd name="T2" fmla="*/ 0 w 407"/>
                <a:gd name="T3" fmla="*/ 0 h 407"/>
                <a:gd name="T4" fmla="*/ 0 w 407"/>
                <a:gd name="T5" fmla="*/ 407 h 407"/>
                <a:gd name="T6" fmla="*/ 0 w 407"/>
                <a:gd name="T7" fmla="*/ 0 h 407"/>
                <a:gd name="T8" fmla="*/ 203 w 407"/>
                <a:gd name="T9" fmla="*/ 204 h 407"/>
                <a:gd name="T10" fmla="*/ 407 w 407"/>
                <a:gd name="T11" fmla="*/ 0 h 4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07" h="407">
                  <a:moveTo>
                    <a:pt x="407" y="0"/>
                  </a:moveTo>
                  <a:lnTo>
                    <a:pt x="0" y="0"/>
                  </a:lnTo>
                  <a:lnTo>
                    <a:pt x="0" y="407"/>
                  </a:lnTo>
                  <a:lnTo>
                    <a:pt x="0" y="0"/>
                  </a:lnTo>
                  <a:lnTo>
                    <a:pt x="203" y="204"/>
                  </a:lnTo>
                  <a:lnTo>
                    <a:pt x="407" y="0"/>
                  </a:lnTo>
                  <a:close/>
                </a:path>
              </a:pathLst>
            </a:custGeom>
            <a:solidFill>
              <a:schemeClr val="accent5">
                <a:alpha val="2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36" name="Freeform 19"/>
            <p:cNvSpPr>
              <a:spLocks/>
            </p:cNvSpPr>
            <p:nvPr/>
          </p:nvSpPr>
          <p:spPr bwMode="auto">
            <a:xfrm>
              <a:off x="8315651" y="6161338"/>
              <a:ext cx="614112" cy="614112"/>
            </a:xfrm>
            <a:custGeom>
              <a:avLst/>
              <a:gdLst>
                <a:gd name="T0" fmla="*/ 407 w 407"/>
                <a:gd name="T1" fmla="*/ 0 h 407"/>
                <a:gd name="T2" fmla="*/ 0 w 407"/>
                <a:gd name="T3" fmla="*/ 0 h 407"/>
                <a:gd name="T4" fmla="*/ 0 w 407"/>
                <a:gd name="T5" fmla="*/ 407 h 407"/>
                <a:gd name="T6" fmla="*/ 0 w 407"/>
                <a:gd name="T7" fmla="*/ 0 h 407"/>
                <a:gd name="T8" fmla="*/ 203 w 407"/>
                <a:gd name="T9" fmla="*/ 204 h 407"/>
                <a:gd name="T10" fmla="*/ 407 w 407"/>
                <a:gd name="T11" fmla="*/ 0 h 4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07" h="407">
                  <a:moveTo>
                    <a:pt x="407" y="0"/>
                  </a:moveTo>
                  <a:lnTo>
                    <a:pt x="0" y="0"/>
                  </a:lnTo>
                  <a:lnTo>
                    <a:pt x="0" y="407"/>
                  </a:lnTo>
                  <a:lnTo>
                    <a:pt x="0" y="0"/>
                  </a:lnTo>
                  <a:lnTo>
                    <a:pt x="203" y="204"/>
                  </a:lnTo>
                  <a:lnTo>
                    <a:pt x="407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37" name="Freeform 20"/>
            <p:cNvSpPr>
              <a:spLocks/>
            </p:cNvSpPr>
            <p:nvPr/>
          </p:nvSpPr>
          <p:spPr bwMode="auto">
            <a:xfrm>
              <a:off x="7668344" y="5495925"/>
              <a:ext cx="612603" cy="614112"/>
            </a:xfrm>
            <a:custGeom>
              <a:avLst/>
              <a:gdLst>
                <a:gd name="T0" fmla="*/ 0 w 406"/>
                <a:gd name="T1" fmla="*/ 407 h 407"/>
                <a:gd name="T2" fmla="*/ 406 w 406"/>
                <a:gd name="T3" fmla="*/ 407 h 407"/>
                <a:gd name="T4" fmla="*/ 406 w 406"/>
                <a:gd name="T5" fmla="*/ 0 h 407"/>
                <a:gd name="T6" fmla="*/ 0 w 406"/>
                <a:gd name="T7" fmla="*/ 407 h 4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6" h="407">
                  <a:moveTo>
                    <a:pt x="0" y="407"/>
                  </a:moveTo>
                  <a:lnTo>
                    <a:pt x="406" y="407"/>
                  </a:lnTo>
                  <a:lnTo>
                    <a:pt x="406" y="0"/>
                  </a:lnTo>
                  <a:lnTo>
                    <a:pt x="0" y="40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38" name="Freeform 23"/>
            <p:cNvSpPr>
              <a:spLocks/>
            </p:cNvSpPr>
            <p:nvPr/>
          </p:nvSpPr>
          <p:spPr bwMode="auto">
            <a:xfrm>
              <a:off x="8280947" y="6161338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39" name="Freeform 24"/>
            <p:cNvSpPr>
              <a:spLocks/>
            </p:cNvSpPr>
            <p:nvPr/>
          </p:nvSpPr>
          <p:spPr bwMode="auto">
            <a:xfrm>
              <a:off x="7668344" y="6161338"/>
              <a:ext cx="612603" cy="614112"/>
            </a:xfrm>
            <a:custGeom>
              <a:avLst/>
              <a:gdLst>
                <a:gd name="T0" fmla="*/ 406 w 406"/>
                <a:gd name="T1" fmla="*/ 407 h 407"/>
                <a:gd name="T2" fmla="*/ 406 w 406"/>
                <a:gd name="T3" fmla="*/ 0 h 407"/>
                <a:gd name="T4" fmla="*/ 0 w 406"/>
                <a:gd name="T5" fmla="*/ 0 h 407"/>
                <a:gd name="T6" fmla="*/ 406 w 406"/>
                <a:gd name="T7" fmla="*/ 407 h 4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6" h="407">
                  <a:moveTo>
                    <a:pt x="406" y="407"/>
                  </a:moveTo>
                  <a:lnTo>
                    <a:pt x="406" y="0"/>
                  </a:lnTo>
                  <a:lnTo>
                    <a:pt x="0" y="0"/>
                  </a:lnTo>
                  <a:lnTo>
                    <a:pt x="406" y="407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40" name="Freeform 25"/>
            <p:cNvSpPr>
              <a:spLocks/>
            </p:cNvSpPr>
            <p:nvPr/>
          </p:nvSpPr>
          <p:spPr bwMode="auto">
            <a:xfrm>
              <a:off x="7668344" y="6161338"/>
              <a:ext cx="612603" cy="614112"/>
            </a:xfrm>
            <a:custGeom>
              <a:avLst/>
              <a:gdLst>
                <a:gd name="T0" fmla="*/ 406 w 406"/>
                <a:gd name="T1" fmla="*/ 407 h 407"/>
                <a:gd name="T2" fmla="*/ 406 w 406"/>
                <a:gd name="T3" fmla="*/ 0 h 407"/>
                <a:gd name="T4" fmla="*/ 0 w 406"/>
                <a:gd name="T5" fmla="*/ 0 h 407"/>
                <a:gd name="T6" fmla="*/ 406 w 406"/>
                <a:gd name="T7" fmla="*/ 407 h 4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6" h="407">
                  <a:moveTo>
                    <a:pt x="406" y="407"/>
                  </a:moveTo>
                  <a:lnTo>
                    <a:pt x="406" y="0"/>
                  </a:lnTo>
                  <a:lnTo>
                    <a:pt x="0" y="0"/>
                  </a:lnTo>
                  <a:lnTo>
                    <a:pt x="406" y="407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41" name="Freeform 26"/>
            <p:cNvSpPr>
              <a:spLocks/>
            </p:cNvSpPr>
            <p:nvPr/>
          </p:nvSpPr>
          <p:spPr bwMode="auto">
            <a:xfrm>
              <a:off x="8315651" y="6161338"/>
              <a:ext cx="614112" cy="614112"/>
            </a:xfrm>
            <a:custGeom>
              <a:avLst/>
              <a:gdLst>
                <a:gd name="T0" fmla="*/ 0 w 407"/>
                <a:gd name="T1" fmla="*/ 0 h 407"/>
                <a:gd name="T2" fmla="*/ 0 w 407"/>
                <a:gd name="T3" fmla="*/ 407 h 407"/>
                <a:gd name="T4" fmla="*/ 407 w 407"/>
                <a:gd name="T5" fmla="*/ 407 h 407"/>
                <a:gd name="T6" fmla="*/ 0 w 407"/>
                <a:gd name="T7" fmla="*/ 0 h 4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7" h="407">
                  <a:moveTo>
                    <a:pt x="0" y="0"/>
                  </a:moveTo>
                  <a:lnTo>
                    <a:pt x="0" y="407"/>
                  </a:lnTo>
                  <a:lnTo>
                    <a:pt x="407" y="40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42" name="Freeform 27"/>
            <p:cNvSpPr>
              <a:spLocks/>
            </p:cNvSpPr>
            <p:nvPr/>
          </p:nvSpPr>
          <p:spPr bwMode="auto">
            <a:xfrm>
              <a:off x="8315651" y="6161338"/>
              <a:ext cx="614112" cy="614112"/>
            </a:xfrm>
            <a:custGeom>
              <a:avLst/>
              <a:gdLst>
                <a:gd name="T0" fmla="*/ 0 w 407"/>
                <a:gd name="T1" fmla="*/ 0 h 407"/>
                <a:gd name="T2" fmla="*/ 0 w 407"/>
                <a:gd name="T3" fmla="*/ 407 h 407"/>
                <a:gd name="T4" fmla="*/ 407 w 407"/>
                <a:gd name="T5" fmla="*/ 407 h 407"/>
                <a:gd name="T6" fmla="*/ 0 w 407"/>
                <a:gd name="T7" fmla="*/ 0 h 4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7" h="407">
                  <a:moveTo>
                    <a:pt x="0" y="0"/>
                  </a:moveTo>
                  <a:lnTo>
                    <a:pt x="0" y="407"/>
                  </a:lnTo>
                  <a:lnTo>
                    <a:pt x="407" y="407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43" name="Freeform 28"/>
            <p:cNvSpPr>
              <a:spLocks/>
            </p:cNvSpPr>
            <p:nvPr/>
          </p:nvSpPr>
          <p:spPr bwMode="auto">
            <a:xfrm>
              <a:off x="8197959" y="6292610"/>
              <a:ext cx="82989" cy="203698"/>
            </a:xfrm>
            <a:custGeom>
              <a:avLst/>
              <a:gdLst>
                <a:gd name="T0" fmla="*/ 55 w 55"/>
                <a:gd name="T1" fmla="*/ 0 h 135"/>
                <a:gd name="T2" fmla="*/ 55 w 55"/>
                <a:gd name="T3" fmla="*/ 0 h 135"/>
                <a:gd name="T4" fmla="*/ 44 w 55"/>
                <a:gd name="T5" fmla="*/ 3 h 135"/>
                <a:gd name="T6" fmla="*/ 33 w 55"/>
                <a:gd name="T7" fmla="*/ 8 h 135"/>
                <a:gd name="T8" fmla="*/ 24 w 55"/>
                <a:gd name="T9" fmla="*/ 16 h 135"/>
                <a:gd name="T10" fmla="*/ 16 w 55"/>
                <a:gd name="T11" fmla="*/ 24 h 135"/>
                <a:gd name="T12" fmla="*/ 9 w 55"/>
                <a:gd name="T13" fmla="*/ 34 h 135"/>
                <a:gd name="T14" fmla="*/ 4 w 55"/>
                <a:gd name="T15" fmla="*/ 44 h 135"/>
                <a:gd name="T16" fmla="*/ 1 w 55"/>
                <a:gd name="T17" fmla="*/ 55 h 135"/>
                <a:gd name="T18" fmla="*/ 0 w 55"/>
                <a:gd name="T19" fmla="*/ 68 h 135"/>
                <a:gd name="T20" fmla="*/ 0 w 55"/>
                <a:gd name="T21" fmla="*/ 68 h 135"/>
                <a:gd name="T22" fmla="*/ 1 w 55"/>
                <a:gd name="T23" fmla="*/ 80 h 135"/>
                <a:gd name="T24" fmla="*/ 4 w 55"/>
                <a:gd name="T25" fmla="*/ 91 h 135"/>
                <a:gd name="T26" fmla="*/ 9 w 55"/>
                <a:gd name="T27" fmla="*/ 101 h 135"/>
                <a:gd name="T28" fmla="*/ 16 w 55"/>
                <a:gd name="T29" fmla="*/ 112 h 135"/>
                <a:gd name="T30" fmla="*/ 24 w 55"/>
                <a:gd name="T31" fmla="*/ 119 h 135"/>
                <a:gd name="T32" fmla="*/ 33 w 55"/>
                <a:gd name="T33" fmla="*/ 127 h 135"/>
                <a:gd name="T34" fmla="*/ 44 w 55"/>
                <a:gd name="T35" fmla="*/ 132 h 135"/>
                <a:gd name="T36" fmla="*/ 55 w 55"/>
                <a:gd name="T37" fmla="*/ 135 h 135"/>
                <a:gd name="T38" fmla="*/ 55 w 55"/>
                <a:gd name="T39" fmla="*/ 0 h 1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55" h="135">
                  <a:moveTo>
                    <a:pt x="55" y="0"/>
                  </a:moveTo>
                  <a:lnTo>
                    <a:pt x="55" y="0"/>
                  </a:lnTo>
                  <a:lnTo>
                    <a:pt x="44" y="3"/>
                  </a:lnTo>
                  <a:lnTo>
                    <a:pt x="33" y="8"/>
                  </a:lnTo>
                  <a:lnTo>
                    <a:pt x="24" y="16"/>
                  </a:lnTo>
                  <a:lnTo>
                    <a:pt x="16" y="24"/>
                  </a:lnTo>
                  <a:lnTo>
                    <a:pt x="9" y="34"/>
                  </a:lnTo>
                  <a:lnTo>
                    <a:pt x="4" y="44"/>
                  </a:lnTo>
                  <a:lnTo>
                    <a:pt x="1" y="55"/>
                  </a:lnTo>
                  <a:lnTo>
                    <a:pt x="0" y="68"/>
                  </a:lnTo>
                  <a:lnTo>
                    <a:pt x="0" y="68"/>
                  </a:lnTo>
                  <a:lnTo>
                    <a:pt x="1" y="80"/>
                  </a:lnTo>
                  <a:lnTo>
                    <a:pt x="4" y="91"/>
                  </a:lnTo>
                  <a:lnTo>
                    <a:pt x="9" y="101"/>
                  </a:lnTo>
                  <a:lnTo>
                    <a:pt x="16" y="112"/>
                  </a:lnTo>
                  <a:lnTo>
                    <a:pt x="24" y="119"/>
                  </a:lnTo>
                  <a:lnTo>
                    <a:pt x="33" y="127"/>
                  </a:lnTo>
                  <a:lnTo>
                    <a:pt x="44" y="132"/>
                  </a:lnTo>
                  <a:lnTo>
                    <a:pt x="55" y="135"/>
                  </a:lnTo>
                  <a:lnTo>
                    <a:pt x="55" y="0"/>
                  </a:lnTo>
                  <a:close/>
                </a:path>
              </a:pathLst>
            </a:custGeom>
            <a:solidFill>
              <a:srgbClr val="EAB24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grpSp>
          <p:nvGrpSpPr>
            <p:cNvPr id="44" name="그룹 107"/>
            <p:cNvGrpSpPr/>
            <p:nvPr/>
          </p:nvGrpSpPr>
          <p:grpSpPr>
            <a:xfrm>
              <a:off x="8083285" y="6292610"/>
              <a:ext cx="197663" cy="482839"/>
              <a:chOff x="8083285" y="6292610"/>
              <a:chExt cx="197663" cy="482839"/>
            </a:xfrm>
            <a:solidFill>
              <a:schemeClr val="accent3">
                <a:lumMod val="60000"/>
                <a:lumOff val="40000"/>
              </a:schemeClr>
            </a:solidFill>
          </p:grpSpPr>
          <p:sp>
            <p:nvSpPr>
              <p:cNvPr id="51" name="Freeform 29"/>
              <p:cNvSpPr>
                <a:spLocks/>
              </p:cNvSpPr>
              <p:nvPr/>
            </p:nvSpPr>
            <p:spPr bwMode="auto">
              <a:xfrm>
                <a:off x="8197959" y="6292610"/>
                <a:ext cx="82989" cy="203698"/>
              </a:xfrm>
              <a:custGeom>
                <a:avLst/>
                <a:gdLst>
                  <a:gd name="T0" fmla="*/ 55 w 55"/>
                  <a:gd name="T1" fmla="*/ 0 h 135"/>
                  <a:gd name="T2" fmla="*/ 55 w 55"/>
                  <a:gd name="T3" fmla="*/ 0 h 135"/>
                  <a:gd name="T4" fmla="*/ 44 w 55"/>
                  <a:gd name="T5" fmla="*/ 3 h 135"/>
                  <a:gd name="T6" fmla="*/ 33 w 55"/>
                  <a:gd name="T7" fmla="*/ 8 h 135"/>
                  <a:gd name="T8" fmla="*/ 24 w 55"/>
                  <a:gd name="T9" fmla="*/ 16 h 135"/>
                  <a:gd name="T10" fmla="*/ 16 w 55"/>
                  <a:gd name="T11" fmla="*/ 24 h 135"/>
                  <a:gd name="T12" fmla="*/ 9 w 55"/>
                  <a:gd name="T13" fmla="*/ 34 h 135"/>
                  <a:gd name="T14" fmla="*/ 4 w 55"/>
                  <a:gd name="T15" fmla="*/ 44 h 135"/>
                  <a:gd name="T16" fmla="*/ 1 w 55"/>
                  <a:gd name="T17" fmla="*/ 55 h 135"/>
                  <a:gd name="T18" fmla="*/ 0 w 55"/>
                  <a:gd name="T19" fmla="*/ 68 h 135"/>
                  <a:gd name="T20" fmla="*/ 0 w 55"/>
                  <a:gd name="T21" fmla="*/ 68 h 135"/>
                  <a:gd name="T22" fmla="*/ 1 w 55"/>
                  <a:gd name="T23" fmla="*/ 80 h 135"/>
                  <a:gd name="T24" fmla="*/ 4 w 55"/>
                  <a:gd name="T25" fmla="*/ 91 h 135"/>
                  <a:gd name="T26" fmla="*/ 9 w 55"/>
                  <a:gd name="T27" fmla="*/ 101 h 135"/>
                  <a:gd name="T28" fmla="*/ 16 w 55"/>
                  <a:gd name="T29" fmla="*/ 112 h 135"/>
                  <a:gd name="T30" fmla="*/ 24 w 55"/>
                  <a:gd name="T31" fmla="*/ 119 h 135"/>
                  <a:gd name="T32" fmla="*/ 33 w 55"/>
                  <a:gd name="T33" fmla="*/ 127 h 135"/>
                  <a:gd name="T34" fmla="*/ 44 w 55"/>
                  <a:gd name="T35" fmla="*/ 132 h 135"/>
                  <a:gd name="T36" fmla="*/ 55 w 55"/>
                  <a:gd name="T37" fmla="*/ 135 h 135"/>
                  <a:gd name="T38" fmla="*/ 55 w 55"/>
                  <a:gd name="T39" fmla="*/ 0 h 1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55" h="135">
                    <a:moveTo>
                      <a:pt x="55" y="0"/>
                    </a:moveTo>
                    <a:lnTo>
                      <a:pt x="55" y="0"/>
                    </a:lnTo>
                    <a:lnTo>
                      <a:pt x="44" y="3"/>
                    </a:lnTo>
                    <a:lnTo>
                      <a:pt x="33" y="8"/>
                    </a:lnTo>
                    <a:lnTo>
                      <a:pt x="24" y="16"/>
                    </a:lnTo>
                    <a:lnTo>
                      <a:pt x="16" y="24"/>
                    </a:lnTo>
                    <a:lnTo>
                      <a:pt x="9" y="34"/>
                    </a:lnTo>
                    <a:lnTo>
                      <a:pt x="4" y="44"/>
                    </a:lnTo>
                    <a:lnTo>
                      <a:pt x="1" y="55"/>
                    </a:lnTo>
                    <a:lnTo>
                      <a:pt x="0" y="68"/>
                    </a:lnTo>
                    <a:lnTo>
                      <a:pt x="0" y="68"/>
                    </a:lnTo>
                    <a:lnTo>
                      <a:pt x="1" y="80"/>
                    </a:lnTo>
                    <a:lnTo>
                      <a:pt x="4" y="91"/>
                    </a:lnTo>
                    <a:lnTo>
                      <a:pt x="9" y="101"/>
                    </a:lnTo>
                    <a:lnTo>
                      <a:pt x="16" y="112"/>
                    </a:lnTo>
                    <a:lnTo>
                      <a:pt x="24" y="119"/>
                    </a:lnTo>
                    <a:lnTo>
                      <a:pt x="33" y="127"/>
                    </a:lnTo>
                    <a:lnTo>
                      <a:pt x="44" y="132"/>
                    </a:lnTo>
                    <a:lnTo>
                      <a:pt x="55" y="135"/>
                    </a:lnTo>
                    <a:lnTo>
                      <a:pt x="55" y="0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52" name="Freeform 30"/>
              <p:cNvSpPr>
                <a:spLocks/>
              </p:cNvSpPr>
              <p:nvPr/>
            </p:nvSpPr>
            <p:spPr bwMode="auto">
              <a:xfrm>
                <a:off x="8083285" y="6512905"/>
                <a:ext cx="197663" cy="262544"/>
              </a:xfrm>
              <a:custGeom>
                <a:avLst/>
                <a:gdLst>
                  <a:gd name="T0" fmla="*/ 114 w 131"/>
                  <a:gd name="T1" fmla="*/ 0 h 174"/>
                  <a:gd name="T2" fmla="*/ 114 w 131"/>
                  <a:gd name="T3" fmla="*/ 0 h 174"/>
                  <a:gd name="T4" fmla="*/ 102 w 131"/>
                  <a:gd name="T5" fmla="*/ 0 h 174"/>
                  <a:gd name="T6" fmla="*/ 88 w 131"/>
                  <a:gd name="T7" fmla="*/ 1 h 174"/>
                  <a:gd name="T8" fmla="*/ 73 w 131"/>
                  <a:gd name="T9" fmla="*/ 4 h 174"/>
                  <a:gd name="T10" fmla="*/ 56 w 131"/>
                  <a:gd name="T11" fmla="*/ 8 h 174"/>
                  <a:gd name="T12" fmla="*/ 39 w 131"/>
                  <a:gd name="T13" fmla="*/ 13 h 174"/>
                  <a:gd name="T14" fmla="*/ 32 w 131"/>
                  <a:gd name="T15" fmla="*/ 16 h 174"/>
                  <a:gd name="T16" fmla="*/ 25 w 131"/>
                  <a:gd name="T17" fmla="*/ 20 h 174"/>
                  <a:gd name="T18" fmla="*/ 17 w 131"/>
                  <a:gd name="T19" fmla="*/ 24 h 174"/>
                  <a:gd name="T20" fmla="*/ 11 w 131"/>
                  <a:gd name="T21" fmla="*/ 31 h 174"/>
                  <a:gd name="T22" fmla="*/ 5 w 131"/>
                  <a:gd name="T23" fmla="*/ 36 h 174"/>
                  <a:gd name="T24" fmla="*/ 0 w 131"/>
                  <a:gd name="T25" fmla="*/ 43 h 174"/>
                  <a:gd name="T26" fmla="*/ 131 w 131"/>
                  <a:gd name="T27" fmla="*/ 174 h 174"/>
                  <a:gd name="T28" fmla="*/ 131 w 131"/>
                  <a:gd name="T29" fmla="*/ 0 h 174"/>
                  <a:gd name="T30" fmla="*/ 126 w 131"/>
                  <a:gd name="T31" fmla="*/ 0 h 174"/>
                  <a:gd name="T32" fmla="*/ 126 w 131"/>
                  <a:gd name="T33" fmla="*/ 0 h 174"/>
                  <a:gd name="T34" fmla="*/ 114 w 131"/>
                  <a:gd name="T35" fmla="*/ 0 h 1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131" h="174">
                    <a:moveTo>
                      <a:pt x="114" y="0"/>
                    </a:moveTo>
                    <a:lnTo>
                      <a:pt x="114" y="0"/>
                    </a:lnTo>
                    <a:lnTo>
                      <a:pt x="102" y="0"/>
                    </a:lnTo>
                    <a:lnTo>
                      <a:pt x="88" y="1"/>
                    </a:lnTo>
                    <a:lnTo>
                      <a:pt x="73" y="4"/>
                    </a:lnTo>
                    <a:lnTo>
                      <a:pt x="56" y="8"/>
                    </a:lnTo>
                    <a:lnTo>
                      <a:pt x="39" y="13"/>
                    </a:lnTo>
                    <a:lnTo>
                      <a:pt x="32" y="16"/>
                    </a:lnTo>
                    <a:lnTo>
                      <a:pt x="25" y="20"/>
                    </a:lnTo>
                    <a:lnTo>
                      <a:pt x="17" y="24"/>
                    </a:lnTo>
                    <a:lnTo>
                      <a:pt x="11" y="31"/>
                    </a:lnTo>
                    <a:lnTo>
                      <a:pt x="5" y="36"/>
                    </a:lnTo>
                    <a:lnTo>
                      <a:pt x="0" y="43"/>
                    </a:lnTo>
                    <a:lnTo>
                      <a:pt x="131" y="174"/>
                    </a:lnTo>
                    <a:lnTo>
                      <a:pt x="131" y="0"/>
                    </a:lnTo>
                    <a:lnTo>
                      <a:pt x="126" y="0"/>
                    </a:lnTo>
                    <a:lnTo>
                      <a:pt x="126" y="0"/>
                    </a:lnTo>
                    <a:lnTo>
                      <a:pt x="114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</p:grpSp>
        <p:sp>
          <p:nvSpPr>
            <p:cNvPr id="45" name="Freeform 31"/>
            <p:cNvSpPr>
              <a:spLocks/>
            </p:cNvSpPr>
            <p:nvPr/>
          </p:nvSpPr>
          <p:spPr bwMode="auto">
            <a:xfrm>
              <a:off x="8083285" y="6512905"/>
              <a:ext cx="197663" cy="262544"/>
            </a:xfrm>
            <a:custGeom>
              <a:avLst/>
              <a:gdLst>
                <a:gd name="T0" fmla="*/ 114 w 131"/>
                <a:gd name="T1" fmla="*/ 0 h 174"/>
                <a:gd name="T2" fmla="*/ 114 w 131"/>
                <a:gd name="T3" fmla="*/ 0 h 174"/>
                <a:gd name="T4" fmla="*/ 102 w 131"/>
                <a:gd name="T5" fmla="*/ 0 h 174"/>
                <a:gd name="T6" fmla="*/ 88 w 131"/>
                <a:gd name="T7" fmla="*/ 1 h 174"/>
                <a:gd name="T8" fmla="*/ 73 w 131"/>
                <a:gd name="T9" fmla="*/ 4 h 174"/>
                <a:gd name="T10" fmla="*/ 56 w 131"/>
                <a:gd name="T11" fmla="*/ 8 h 174"/>
                <a:gd name="T12" fmla="*/ 39 w 131"/>
                <a:gd name="T13" fmla="*/ 13 h 174"/>
                <a:gd name="T14" fmla="*/ 32 w 131"/>
                <a:gd name="T15" fmla="*/ 16 h 174"/>
                <a:gd name="T16" fmla="*/ 25 w 131"/>
                <a:gd name="T17" fmla="*/ 20 h 174"/>
                <a:gd name="T18" fmla="*/ 17 w 131"/>
                <a:gd name="T19" fmla="*/ 24 h 174"/>
                <a:gd name="T20" fmla="*/ 11 w 131"/>
                <a:gd name="T21" fmla="*/ 31 h 174"/>
                <a:gd name="T22" fmla="*/ 5 w 131"/>
                <a:gd name="T23" fmla="*/ 36 h 174"/>
                <a:gd name="T24" fmla="*/ 0 w 131"/>
                <a:gd name="T25" fmla="*/ 43 h 174"/>
                <a:gd name="T26" fmla="*/ 131 w 131"/>
                <a:gd name="T27" fmla="*/ 174 h 174"/>
                <a:gd name="T28" fmla="*/ 131 w 131"/>
                <a:gd name="T29" fmla="*/ 0 h 174"/>
                <a:gd name="T30" fmla="*/ 126 w 131"/>
                <a:gd name="T31" fmla="*/ 0 h 174"/>
                <a:gd name="T32" fmla="*/ 126 w 131"/>
                <a:gd name="T33" fmla="*/ 0 h 174"/>
                <a:gd name="T34" fmla="*/ 114 w 131"/>
                <a:gd name="T35" fmla="*/ 0 h 1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31" h="174">
                  <a:moveTo>
                    <a:pt x="114" y="0"/>
                  </a:moveTo>
                  <a:lnTo>
                    <a:pt x="114" y="0"/>
                  </a:lnTo>
                  <a:lnTo>
                    <a:pt x="102" y="0"/>
                  </a:lnTo>
                  <a:lnTo>
                    <a:pt x="88" y="1"/>
                  </a:lnTo>
                  <a:lnTo>
                    <a:pt x="73" y="4"/>
                  </a:lnTo>
                  <a:lnTo>
                    <a:pt x="56" y="8"/>
                  </a:lnTo>
                  <a:lnTo>
                    <a:pt x="39" y="13"/>
                  </a:lnTo>
                  <a:lnTo>
                    <a:pt x="32" y="16"/>
                  </a:lnTo>
                  <a:lnTo>
                    <a:pt x="25" y="20"/>
                  </a:lnTo>
                  <a:lnTo>
                    <a:pt x="17" y="24"/>
                  </a:lnTo>
                  <a:lnTo>
                    <a:pt x="11" y="31"/>
                  </a:lnTo>
                  <a:lnTo>
                    <a:pt x="5" y="36"/>
                  </a:lnTo>
                  <a:lnTo>
                    <a:pt x="0" y="43"/>
                  </a:lnTo>
                  <a:lnTo>
                    <a:pt x="131" y="174"/>
                  </a:lnTo>
                  <a:lnTo>
                    <a:pt x="131" y="0"/>
                  </a:lnTo>
                  <a:lnTo>
                    <a:pt x="126" y="0"/>
                  </a:lnTo>
                  <a:lnTo>
                    <a:pt x="126" y="0"/>
                  </a:lnTo>
                  <a:lnTo>
                    <a:pt x="114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46" name="Freeform 32"/>
            <p:cNvSpPr>
              <a:spLocks/>
            </p:cNvSpPr>
            <p:nvPr/>
          </p:nvSpPr>
          <p:spPr bwMode="auto">
            <a:xfrm>
              <a:off x="8315651" y="6291101"/>
              <a:ext cx="92042" cy="206716"/>
            </a:xfrm>
            <a:custGeom>
              <a:avLst/>
              <a:gdLst>
                <a:gd name="T0" fmla="*/ 0 w 61"/>
                <a:gd name="T1" fmla="*/ 0 h 137"/>
                <a:gd name="T2" fmla="*/ 0 w 61"/>
                <a:gd name="T3" fmla="*/ 137 h 137"/>
                <a:gd name="T4" fmla="*/ 0 w 61"/>
                <a:gd name="T5" fmla="*/ 137 h 137"/>
                <a:gd name="T6" fmla="*/ 12 w 61"/>
                <a:gd name="T7" fmla="*/ 135 h 137"/>
                <a:gd name="T8" fmla="*/ 23 w 61"/>
                <a:gd name="T9" fmla="*/ 130 h 137"/>
                <a:gd name="T10" fmla="*/ 34 w 61"/>
                <a:gd name="T11" fmla="*/ 122 h 137"/>
                <a:gd name="T12" fmla="*/ 43 w 61"/>
                <a:gd name="T13" fmla="*/ 114 h 137"/>
                <a:gd name="T14" fmla="*/ 50 w 61"/>
                <a:gd name="T15" fmla="*/ 105 h 137"/>
                <a:gd name="T16" fmla="*/ 56 w 61"/>
                <a:gd name="T17" fmla="*/ 93 h 137"/>
                <a:gd name="T18" fmla="*/ 59 w 61"/>
                <a:gd name="T19" fmla="*/ 82 h 137"/>
                <a:gd name="T20" fmla="*/ 61 w 61"/>
                <a:gd name="T21" fmla="*/ 69 h 137"/>
                <a:gd name="T22" fmla="*/ 61 w 61"/>
                <a:gd name="T23" fmla="*/ 69 h 137"/>
                <a:gd name="T24" fmla="*/ 59 w 61"/>
                <a:gd name="T25" fmla="*/ 55 h 137"/>
                <a:gd name="T26" fmla="*/ 56 w 61"/>
                <a:gd name="T27" fmla="*/ 44 h 137"/>
                <a:gd name="T28" fmla="*/ 50 w 61"/>
                <a:gd name="T29" fmla="*/ 32 h 137"/>
                <a:gd name="T30" fmla="*/ 43 w 61"/>
                <a:gd name="T31" fmla="*/ 23 h 137"/>
                <a:gd name="T32" fmla="*/ 34 w 61"/>
                <a:gd name="T33" fmla="*/ 15 h 137"/>
                <a:gd name="T34" fmla="*/ 23 w 61"/>
                <a:gd name="T35" fmla="*/ 7 h 137"/>
                <a:gd name="T36" fmla="*/ 12 w 61"/>
                <a:gd name="T37" fmla="*/ 3 h 137"/>
                <a:gd name="T38" fmla="*/ 0 w 61"/>
                <a:gd name="T39" fmla="*/ 0 h 1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61" h="137">
                  <a:moveTo>
                    <a:pt x="0" y="0"/>
                  </a:moveTo>
                  <a:lnTo>
                    <a:pt x="0" y="137"/>
                  </a:lnTo>
                  <a:lnTo>
                    <a:pt x="0" y="137"/>
                  </a:lnTo>
                  <a:lnTo>
                    <a:pt x="12" y="135"/>
                  </a:lnTo>
                  <a:lnTo>
                    <a:pt x="23" y="130"/>
                  </a:lnTo>
                  <a:lnTo>
                    <a:pt x="34" y="122"/>
                  </a:lnTo>
                  <a:lnTo>
                    <a:pt x="43" y="114"/>
                  </a:lnTo>
                  <a:lnTo>
                    <a:pt x="50" y="105"/>
                  </a:lnTo>
                  <a:lnTo>
                    <a:pt x="56" y="93"/>
                  </a:lnTo>
                  <a:lnTo>
                    <a:pt x="59" y="82"/>
                  </a:lnTo>
                  <a:lnTo>
                    <a:pt x="61" y="69"/>
                  </a:lnTo>
                  <a:lnTo>
                    <a:pt x="61" y="69"/>
                  </a:lnTo>
                  <a:lnTo>
                    <a:pt x="59" y="55"/>
                  </a:lnTo>
                  <a:lnTo>
                    <a:pt x="56" y="44"/>
                  </a:lnTo>
                  <a:lnTo>
                    <a:pt x="50" y="32"/>
                  </a:lnTo>
                  <a:lnTo>
                    <a:pt x="43" y="23"/>
                  </a:lnTo>
                  <a:lnTo>
                    <a:pt x="34" y="15"/>
                  </a:lnTo>
                  <a:lnTo>
                    <a:pt x="23" y="7"/>
                  </a:lnTo>
                  <a:lnTo>
                    <a:pt x="12" y="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7333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grpSp>
          <p:nvGrpSpPr>
            <p:cNvPr id="47" name="그룹 110"/>
            <p:cNvGrpSpPr/>
            <p:nvPr/>
          </p:nvGrpSpPr>
          <p:grpSpPr>
            <a:xfrm>
              <a:off x="8315651" y="6291101"/>
              <a:ext cx="218787" cy="484348"/>
              <a:chOff x="8315651" y="6291101"/>
              <a:chExt cx="218787" cy="484348"/>
            </a:xfrm>
            <a:solidFill>
              <a:schemeClr val="accent5">
                <a:lumMod val="75000"/>
              </a:schemeClr>
            </a:solidFill>
          </p:grpSpPr>
          <p:sp>
            <p:nvSpPr>
              <p:cNvPr id="49" name="Freeform 33"/>
              <p:cNvSpPr>
                <a:spLocks/>
              </p:cNvSpPr>
              <p:nvPr/>
            </p:nvSpPr>
            <p:spPr bwMode="auto">
              <a:xfrm>
                <a:off x="8315651" y="6291101"/>
                <a:ext cx="92042" cy="206716"/>
              </a:xfrm>
              <a:custGeom>
                <a:avLst/>
                <a:gdLst>
                  <a:gd name="T0" fmla="*/ 0 w 61"/>
                  <a:gd name="T1" fmla="*/ 0 h 137"/>
                  <a:gd name="T2" fmla="*/ 0 w 61"/>
                  <a:gd name="T3" fmla="*/ 137 h 137"/>
                  <a:gd name="T4" fmla="*/ 0 w 61"/>
                  <a:gd name="T5" fmla="*/ 137 h 137"/>
                  <a:gd name="T6" fmla="*/ 12 w 61"/>
                  <a:gd name="T7" fmla="*/ 135 h 137"/>
                  <a:gd name="T8" fmla="*/ 23 w 61"/>
                  <a:gd name="T9" fmla="*/ 130 h 137"/>
                  <a:gd name="T10" fmla="*/ 34 w 61"/>
                  <a:gd name="T11" fmla="*/ 122 h 137"/>
                  <a:gd name="T12" fmla="*/ 43 w 61"/>
                  <a:gd name="T13" fmla="*/ 114 h 137"/>
                  <a:gd name="T14" fmla="*/ 50 w 61"/>
                  <a:gd name="T15" fmla="*/ 105 h 137"/>
                  <a:gd name="T16" fmla="*/ 56 w 61"/>
                  <a:gd name="T17" fmla="*/ 93 h 137"/>
                  <a:gd name="T18" fmla="*/ 59 w 61"/>
                  <a:gd name="T19" fmla="*/ 82 h 137"/>
                  <a:gd name="T20" fmla="*/ 61 w 61"/>
                  <a:gd name="T21" fmla="*/ 69 h 137"/>
                  <a:gd name="T22" fmla="*/ 61 w 61"/>
                  <a:gd name="T23" fmla="*/ 69 h 137"/>
                  <a:gd name="T24" fmla="*/ 59 w 61"/>
                  <a:gd name="T25" fmla="*/ 55 h 137"/>
                  <a:gd name="T26" fmla="*/ 56 w 61"/>
                  <a:gd name="T27" fmla="*/ 44 h 137"/>
                  <a:gd name="T28" fmla="*/ 50 w 61"/>
                  <a:gd name="T29" fmla="*/ 32 h 137"/>
                  <a:gd name="T30" fmla="*/ 43 w 61"/>
                  <a:gd name="T31" fmla="*/ 23 h 137"/>
                  <a:gd name="T32" fmla="*/ 34 w 61"/>
                  <a:gd name="T33" fmla="*/ 15 h 137"/>
                  <a:gd name="T34" fmla="*/ 23 w 61"/>
                  <a:gd name="T35" fmla="*/ 7 h 137"/>
                  <a:gd name="T36" fmla="*/ 12 w 61"/>
                  <a:gd name="T37" fmla="*/ 3 h 137"/>
                  <a:gd name="T38" fmla="*/ 0 w 61"/>
                  <a:gd name="T39" fmla="*/ 0 h 1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61" h="137">
                    <a:moveTo>
                      <a:pt x="0" y="0"/>
                    </a:moveTo>
                    <a:lnTo>
                      <a:pt x="0" y="137"/>
                    </a:lnTo>
                    <a:lnTo>
                      <a:pt x="0" y="137"/>
                    </a:lnTo>
                    <a:lnTo>
                      <a:pt x="12" y="135"/>
                    </a:lnTo>
                    <a:lnTo>
                      <a:pt x="23" y="130"/>
                    </a:lnTo>
                    <a:lnTo>
                      <a:pt x="34" y="122"/>
                    </a:lnTo>
                    <a:lnTo>
                      <a:pt x="43" y="114"/>
                    </a:lnTo>
                    <a:lnTo>
                      <a:pt x="50" y="105"/>
                    </a:lnTo>
                    <a:lnTo>
                      <a:pt x="56" y="93"/>
                    </a:lnTo>
                    <a:lnTo>
                      <a:pt x="59" y="82"/>
                    </a:lnTo>
                    <a:lnTo>
                      <a:pt x="61" y="69"/>
                    </a:lnTo>
                    <a:lnTo>
                      <a:pt x="61" y="69"/>
                    </a:lnTo>
                    <a:lnTo>
                      <a:pt x="59" y="55"/>
                    </a:lnTo>
                    <a:lnTo>
                      <a:pt x="56" y="44"/>
                    </a:lnTo>
                    <a:lnTo>
                      <a:pt x="50" y="32"/>
                    </a:lnTo>
                    <a:lnTo>
                      <a:pt x="43" y="23"/>
                    </a:lnTo>
                    <a:lnTo>
                      <a:pt x="34" y="15"/>
                    </a:lnTo>
                    <a:lnTo>
                      <a:pt x="23" y="7"/>
                    </a:lnTo>
                    <a:lnTo>
                      <a:pt x="12" y="3"/>
                    </a:lnTo>
                    <a:lnTo>
                      <a:pt x="0" y="0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50" name="Freeform 34"/>
              <p:cNvSpPr>
                <a:spLocks/>
              </p:cNvSpPr>
              <p:nvPr/>
            </p:nvSpPr>
            <p:spPr bwMode="auto">
              <a:xfrm>
                <a:off x="8315651" y="6512905"/>
                <a:ext cx="218787" cy="262544"/>
              </a:xfrm>
              <a:custGeom>
                <a:avLst/>
                <a:gdLst>
                  <a:gd name="T0" fmla="*/ 19 w 145"/>
                  <a:gd name="T1" fmla="*/ 0 h 174"/>
                  <a:gd name="T2" fmla="*/ 0 w 145"/>
                  <a:gd name="T3" fmla="*/ 0 h 174"/>
                  <a:gd name="T4" fmla="*/ 0 w 145"/>
                  <a:gd name="T5" fmla="*/ 174 h 174"/>
                  <a:gd name="T6" fmla="*/ 70 w 145"/>
                  <a:gd name="T7" fmla="*/ 174 h 174"/>
                  <a:gd name="T8" fmla="*/ 70 w 145"/>
                  <a:gd name="T9" fmla="*/ 123 h 174"/>
                  <a:gd name="T10" fmla="*/ 81 w 145"/>
                  <a:gd name="T11" fmla="*/ 123 h 174"/>
                  <a:gd name="T12" fmla="*/ 81 w 145"/>
                  <a:gd name="T13" fmla="*/ 174 h 174"/>
                  <a:gd name="T14" fmla="*/ 145 w 145"/>
                  <a:gd name="T15" fmla="*/ 174 h 174"/>
                  <a:gd name="T16" fmla="*/ 145 w 145"/>
                  <a:gd name="T17" fmla="*/ 77 h 174"/>
                  <a:gd name="T18" fmla="*/ 145 w 145"/>
                  <a:gd name="T19" fmla="*/ 77 h 174"/>
                  <a:gd name="T20" fmla="*/ 144 w 145"/>
                  <a:gd name="T21" fmla="*/ 74 h 174"/>
                  <a:gd name="T22" fmla="*/ 144 w 145"/>
                  <a:gd name="T23" fmla="*/ 74 h 174"/>
                  <a:gd name="T24" fmla="*/ 144 w 145"/>
                  <a:gd name="T25" fmla="*/ 70 h 174"/>
                  <a:gd name="T26" fmla="*/ 144 w 145"/>
                  <a:gd name="T27" fmla="*/ 70 h 174"/>
                  <a:gd name="T28" fmla="*/ 144 w 145"/>
                  <a:gd name="T29" fmla="*/ 69 h 174"/>
                  <a:gd name="T30" fmla="*/ 144 w 145"/>
                  <a:gd name="T31" fmla="*/ 69 h 174"/>
                  <a:gd name="T32" fmla="*/ 141 w 145"/>
                  <a:gd name="T33" fmla="*/ 60 h 174"/>
                  <a:gd name="T34" fmla="*/ 137 w 145"/>
                  <a:gd name="T35" fmla="*/ 52 h 174"/>
                  <a:gd name="T36" fmla="*/ 133 w 145"/>
                  <a:gd name="T37" fmla="*/ 44 h 174"/>
                  <a:gd name="T38" fmla="*/ 127 w 145"/>
                  <a:gd name="T39" fmla="*/ 37 h 174"/>
                  <a:gd name="T40" fmla="*/ 119 w 145"/>
                  <a:gd name="T41" fmla="*/ 31 h 174"/>
                  <a:gd name="T42" fmla="*/ 112 w 145"/>
                  <a:gd name="T43" fmla="*/ 26 h 174"/>
                  <a:gd name="T44" fmla="*/ 104 w 145"/>
                  <a:gd name="T45" fmla="*/ 21 h 174"/>
                  <a:gd name="T46" fmla="*/ 94 w 145"/>
                  <a:gd name="T47" fmla="*/ 17 h 174"/>
                  <a:gd name="T48" fmla="*/ 77 w 145"/>
                  <a:gd name="T49" fmla="*/ 11 h 174"/>
                  <a:gd name="T50" fmla="*/ 58 w 145"/>
                  <a:gd name="T51" fmla="*/ 6 h 174"/>
                  <a:gd name="T52" fmla="*/ 41 w 145"/>
                  <a:gd name="T53" fmla="*/ 4 h 174"/>
                  <a:gd name="T54" fmla="*/ 26 w 145"/>
                  <a:gd name="T55" fmla="*/ 1 h 174"/>
                  <a:gd name="T56" fmla="*/ 26 w 145"/>
                  <a:gd name="T57" fmla="*/ 1 h 174"/>
                  <a:gd name="T58" fmla="*/ 19 w 145"/>
                  <a:gd name="T59" fmla="*/ 0 h 1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</a:cxnLst>
                <a:rect l="0" t="0" r="r" b="b"/>
                <a:pathLst>
                  <a:path w="145" h="174">
                    <a:moveTo>
                      <a:pt x="19" y="0"/>
                    </a:moveTo>
                    <a:lnTo>
                      <a:pt x="0" y="0"/>
                    </a:lnTo>
                    <a:lnTo>
                      <a:pt x="0" y="174"/>
                    </a:lnTo>
                    <a:lnTo>
                      <a:pt x="70" y="174"/>
                    </a:lnTo>
                    <a:lnTo>
                      <a:pt x="70" y="123"/>
                    </a:lnTo>
                    <a:lnTo>
                      <a:pt x="81" y="123"/>
                    </a:lnTo>
                    <a:lnTo>
                      <a:pt x="81" y="174"/>
                    </a:lnTo>
                    <a:lnTo>
                      <a:pt x="145" y="174"/>
                    </a:lnTo>
                    <a:lnTo>
                      <a:pt x="145" y="77"/>
                    </a:lnTo>
                    <a:lnTo>
                      <a:pt x="145" y="77"/>
                    </a:lnTo>
                    <a:lnTo>
                      <a:pt x="144" y="74"/>
                    </a:lnTo>
                    <a:lnTo>
                      <a:pt x="144" y="74"/>
                    </a:lnTo>
                    <a:lnTo>
                      <a:pt x="144" y="70"/>
                    </a:lnTo>
                    <a:lnTo>
                      <a:pt x="144" y="70"/>
                    </a:lnTo>
                    <a:lnTo>
                      <a:pt x="144" y="69"/>
                    </a:lnTo>
                    <a:lnTo>
                      <a:pt x="144" y="69"/>
                    </a:lnTo>
                    <a:lnTo>
                      <a:pt x="141" y="60"/>
                    </a:lnTo>
                    <a:lnTo>
                      <a:pt x="137" y="52"/>
                    </a:lnTo>
                    <a:lnTo>
                      <a:pt x="133" y="44"/>
                    </a:lnTo>
                    <a:lnTo>
                      <a:pt x="127" y="37"/>
                    </a:lnTo>
                    <a:lnTo>
                      <a:pt x="119" y="31"/>
                    </a:lnTo>
                    <a:lnTo>
                      <a:pt x="112" y="26"/>
                    </a:lnTo>
                    <a:lnTo>
                      <a:pt x="104" y="21"/>
                    </a:lnTo>
                    <a:lnTo>
                      <a:pt x="94" y="17"/>
                    </a:lnTo>
                    <a:lnTo>
                      <a:pt x="77" y="11"/>
                    </a:lnTo>
                    <a:lnTo>
                      <a:pt x="58" y="6"/>
                    </a:lnTo>
                    <a:lnTo>
                      <a:pt x="41" y="4"/>
                    </a:lnTo>
                    <a:lnTo>
                      <a:pt x="26" y="1"/>
                    </a:lnTo>
                    <a:lnTo>
                      <a:pt x="26" y="1"/>
                    </a:lnTo>
                    <a:lnTo>
                      <a:pt x="19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</p:grpSp>
        <p:sp>
          <p:nvSpPr>
            <p:cNvPr id="48" name="Freeform 35"/>
            <p:cNvSpPr>
              <a:spLocks/>
            </p:cNvSpPr>
            <p:nvPr/>
          </p:nvSpPr>
          <p:spPr bwMode="auto">
            <a:xfrm>
              <a:off x="8315651" y="6512905"/>
              <a:ext cx="218787" cy="262544"/>
            </a:xfrm>
            <a:custGeom>
              <a:avLst/>
              <a:gdLst>
                <a:gd name="T0" fmla="*/ 19 w 145"/>
                <a:gd name="T1" fmla="*/ 0 h 174"/>
                <a:gd name="T2" fmla="*/ 0 w 145"/>
                <a:gd name="T3" fmla="*/ 0 h 174"/>
                <a:gd name="T4" fmla="*/ 0 w 145"/>
                <a:gd name="T5" fmla="*/ 174 h 174"/>
                <a:gd name="T6" fmla="*/ 70 w 145"/>
                <a:gd name="T7" fmla="*/ 174 h 174"/>
                <a:gd name="T8" fmla="*/ 70 w 145"/>
                <a:gd name="T9" fmla="*/ 123 h 174"/>
                <a:gd name="T10" fmla="*/ 81 w 145"/>
                <a:gd name="T11" fmla="*/ 123 h 174"/>
                <a:gd name="T12" fmla="*/ 81 w 145"/>
                <a:gd name="T13" fmla="*/ 174 h 174"/>
                <a:gd name="T14" fmla="*/ 145 w 145"/>
                <a:gd name="T15" fmla="*/ 174 h 174"/>
                <a:gd name="T16" fmla="*/ 145 w 145"/>
                <a:gd name="T17" fmla="*/ 77 h 174"/>
                <a:gd name="T18" fmla="*/ 145 w 145"/>
                <a:gd name="T19" fmla="*/ 77 h 174"/>
                <a:gd name="T20" fmla="*/ 144 w 145"/>
                <a:gd name="T21" fmla="*/ 74 h 174"/>
                <a:gd name="T22" fmla="*/ 144 w 145"/>
                <a:gd name="T23" fmla="*/ 74 h 174"/>
                <a:gd name="T24" fmla="*/ 144 w 145"/>
                <a:gd name="T25" fmla="*/ 70 h 174"/>
                <a:gd name="T26" fmla="*/ 144 w 145"/>
                <a:gd name="T27" fmla="*/ 70 h 174"/>
                <a:gd name="T28" fmla="*/ 144 w 145"/>
                <a:gd name="T29" fmla="*/ 69 h 174"/>
                <a:gd name="T30" fmla="*/ 144 w 145"/>
                <a:gd name="T31" fmla="*/ 69 h 174"/>
                <a:gd name="T32" fmla="*/ 141 w 145"/>
                <a:gd name="T33" fmla="*/ 60 h 174"/>
                <a:gd name="T34" fmla="*/ 137 w 145"/>
                <a:gd name="T35" fmla="*/ 52 h 174"/>
                <a:gd name="T36" fmla="*/ 133 w 145"/>
                <a:gd name="T37" fmla="*/ 44 h 174"/>
                <a:gd name="T38" fmla="*/ 127 w 145"/>
                <a:gd name="T39" fmla="*/ 37 h 174"/>
                <a:gd name="T40" fmla="*/ 119 w 145"/>
                <a:gd name="T41" fmla="*/ 31 h 174"/>
                <a:gd name="T42" fmla="*/ 112 w 145"/>
                <a:gd name="T43" fmla="*/ 26 h 174"/>
                <a:gd name="T44" fmla="*/ 104 w 145"/>
                <a:gd name="T45" fmla="*/ 21 h 174"/>
                <a:gd name="T46" fmla="*/ 94 w 145"/>
                <a:gd name="T47" fmla="*/ 17 h 174"/>
                <a:gd name="T48" fmla="*/ 77 w 145"/>
                <a:gd name="T49" fmla="*/ 11 h 174"/>
                <a:gd name="T50" fmla="*/ 58 w 145"/>
                <a:gd name="T51" fmla="*/ 6 h 174"/>
                <a:gd name="T52" fmla="*/ 41 w 145"/>
                <a:gd name="T53" fmla="*/ 4 h 174"/>
                <a:gd name="T54" fmla="*/ 26 w 145"/>
                <a:gd name="T55" fmla="*/ 1 h 174"/>
                <a:gd name="T56" fmla="*/ 26 w 145"/>
                <a:gd name="T57" fmla="*/ 1 h 174"/>
                <a:gd name="T58" fmla="*/ 19 w 145"/>
                <a:gd name="T59" fmla="*/ 0 h 1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145" h="174">
                  <a:moveTo>
                    <a:pt x="19" y="0"/>
                  </a:moveTo>
                  <a:lnTo>
                    <a:pt x="0" y="0"/>
                  </a:lnTo>
                  <a:lnTo>
                    <a:pt x="0" y="174"/>
                  </a:lnTo>
                  <a:lnTo>
                    <a:pt x="70" y="174"/>
                  </a:lnTo>
                  <a:lnTo>
                    <a:pt x="70" y="123"/>
                  </a:lnTo>
                  <a:lnTo>
                    <a:pt x="81" y="123"/>
                  </a:lnTo>
                  <a:lnTo>
                    <a:pt x="81" y="174"/>
                  </a:lnTo>
                  <a:lnTo>
                    <a:pt x="145" y="174"/>
                  </a:lnTo>
                  <a:lnTo>
                    <a:pt x="145" y="77"/>
                  </a:lnTo>
                  <a:lnTo>
                    <a:pt x="145" y="77"/>
                  </a:lnTo>
                  <a:lnTo>
                    <a:pt x="144" y="74"/>
                  </a:lnTo>
                  <a:lnTo>
                    <a:pt x="144" y="74"/>
                  </a:lnTo>
                  <a:lnTo>
                    <a:pt x="144" y="70"/>
                  </a:lnTo>
                  <a:lnTo>
                    <a:pt x="144" y="70"/>
                  </a:lnTo>
                  <a:lnTo>
                    <a:pt x="144" y="69"/>
                  </a:lnTo>
                  <a:lnTo>
                    <a:pt x="144" y="69"/>
                  </a:lnTo>
                  <a:lnTo>
                    <a:pt x="141" y="60"/>
                  </a:lnTo>
                  <a:lnTo>
                    <a:pt x="137" y="52"/>
                  </a:lnTo>
                  <a:lnTo>
                    <a:pt x="133" y="44"/>
                  </a:lnTo>
                  <a:lnTo>
                    <a:pt x="127" y="37"/>
                  </a:lnTo>
                  <a:lnTo>
                    <a:pt x="119" y="31"/>
                  </a:lnTo>
                  <a:lnTo>
                    <a:pt x="112" y="26"/>
                  </a:lnTo>
                  <a:lnTo>
                    <a:pt x="104" y="21"/>
                  </a:lnTo>
                  <a:lnTo>
                    <a:pt x="94" y="17"/>
                  </a:lnTo>
                  <a:lnTo>
                    <a:pt x="77" y="11"/>
                  </a:lnTo>
                  <a:lnTo>
                    <a:pt x="58" y="6"/>
                  </a:lnTo>
                  <a:lnTo>
                    <a:pt x="41" y="4"/>
                  </a:lnTo>
                  <a:lnTo>
                    <a:pt x="26" y="1"/>
                  </a:lnTo>
                  <a:lnTo>
                    <a:pt x="26" y="1"/>
                  </a:lnTo>
                  <a:lnTo>
                    <a:pt x="19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清风素材 https://12sc.taobao.com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常用">
      <a:majorFont>
        <a:latin typeface="Arial"/>
        <a:ea typeface="微软雅黑"/>
        <a:cs typeface=""/>
      </a:majorFont>
      <a:minorFont>
        <a:latin typeface="Times New Roman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3223</TotalTime>
  <Words>227</Words>
  <Application>Microsoft Office PowerPoint</Application>
  <PresentationFormat>宽屏</PresentationFormat>
  <Paragraphs>7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7" baseType="lpstr">
      <vt:lpstr>微软雅黑</vt:lpstr>
      <vt:lpstr>Arial</vt:lpstr>
      <vt:lpstr>Calibri</vt:lpstr>
      <vt:lpstr>Times New Roman</vt:lpstr>
      <vt:lpstr>Wingdings</vt:lpstr>
      <vt:lpstr>清风素材 https://12sc.taobao.com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subject>12sc.taobao.com</dc:subject>
  <dc:creator>清风素材;12sc.taobao.com</dc:creator>
  <cp:keywords>12sc.taobao.com</cp:keywords>
  <dc:description>12sc.taobao.com</dc:description>
  <cp:lastModifiedBy>ASUS</cp:lastModifiedBy>
  <cp:revision>130</cp:revision>
  <dcterms:created xsi:type="dcterms:W3CDTF">2015-12-07T16:40:02Z</dcterms:created>
  <dcterms:modified xsi:type="dcterms:W3CDTF">2026-05-13T19:00:42Z</dcterms:modified>
  <cp:category>12sc.taobao.com</cp:category>
  <cp:contentStatus>12sc.taobao.com</cp:contentStatus>
</cp:coreProperties>
</file>